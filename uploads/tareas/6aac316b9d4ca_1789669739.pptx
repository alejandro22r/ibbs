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0" r:id="rId14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408" y="1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945" y="652405"/>
            <a:ext cx="16423607" cy="9626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38944" y="652404"/>
            <a:ext cx="16423606" cy="9626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76187" y="735560"/>
            <a:ext cx="1448054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7877" y="2767687"/>
            <a:ext cx="16477615" cy="6060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67324" y="1649834"/>
            <a:ext cx="15817215" cy="8129341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R="2600960" algn="ctr">
              <a:lnSpc>
                <a:spcPct val="100000"/>
              </a:lnSpc>
              <a:spcBef>
                <a:spcPts val="620"/>
              </a:spcBef>
            </a:pPr>
            <a:r>
              <a:rPr sz="2600" b="1" spc="135" dirty="0">
                <a:latin typeface="Arial"/>
                <a:cs typeface="Arial"/>
              </a:rPr>
              <a:t>REPÚBLICA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40" dirty="0">
                <a:latin typeface="Arial"/>
                <a:cs typeface="Arial"/>
              </a:rPr>
              <a:t>BOLIVARIANA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70" dirty="0">
                <a:latin typeface="Arial"/>
                <a:cs typeface="Arial"/>
              </a:rPr>
              <a:t>DE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20" dirty="0">
                <a:latin typeface="Arial"/>
                <a:cs typeface="Arial"/>
              </a:rPr>
              <a:t>VENEZUELA</a:t>
            </a:r>
            <a:endParaRPr sz="2600" dirty="0">
              <a:latin typeface="Arial"/>
              <a:cs typeface="Arial"/>
            </a:endParaRPr>
          </a:p>
          <a:p>
            <a:pPr marL="12700" marR="2613660" algn="ctr">
              <a:lnSpc>
                <a:spcPct val="116599"/>
              </a:lnSpc>
            </a:pPr>
            <a:r>
              <a:rPr sz="2600" b="1" spc="135" dirty="0">
                <a:latin typeface="Arial"/>
                <a:cs typeface="Arial"/>
              </a:rPr>
              <a:t>MINISTERIO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00" dirty="0">
                <a:latin typeface="Arial"/>
                <a:cs typeface="Arial"/>
              </a:rPr>
              <a:t>DEL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14" dirty="0">
                <a:latin typeface="Arial"/>
                <a:cs typeface="Arial"/>
              </a:rPr>
              <a:t>PODER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25" dirty="0">
                <a:latin typeface="Arial"/>
                <a:cs typeface="Arial"/>
              </a:rPr>
              <a:t>POPULAR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14" dirty="0">
                <a:latin typeface="Arial"/>
                <a:cs typeface="Arial"/>
              </a:rPr>
              <a:t>PARA</a:t>
            </a:r>
            <a:r>
              <a:rPr sz="2600" b="1" spc="340" dirty="0">
                <a:latin typeface="Arial"/>
                <a:cs typeface="Arial"/>
              </a:rPr>
              <a:t> </a:t>
            </a:r>
            <a:r>
              <a:rPr sz="2600" b="1" spc="80" dirty="0">
                <a:latin typeface="Arial"/>
                <a:cs typeface="Arial"/>
              </a:rPr>
              <a:t>LA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35" dirty="0">
                <a:latin typeface="Arial"/>
                <a:cs typeface="Arial"/>
              </a:rPr>
              <a:t>EDUCACIÓN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30" dirty="0">
                <a:latin typeface="Arial"/>
                <a:cs typeface="Arial"/>
              </a:rPr>
              <a:t>UNIVERSITARIA </a:t>
            </a:r>
            <a:r>
              <a:rPr sz="2600" b="1" spc="135" dirty="0">
                <a:latin typeface="Arial"/>
                <a:cs typeface="Arial"/>
              </a:rPr>
              <a:t>UNIVERSIDAD</a:t>
            </a:r>
            <a:r>
              <a:rPr sz="2600" b="1" spc="350" dirty="0">
                <a:latin typeface="Arial"/>
                <a:cs typeface="Arial"/>
              </a:rPr>
              <a:t> </a:t>
            </a:r>
            <a:r>
              <a:rPr sz="2600" b="1" spc="135" dirty="0">
                <a:latin typeface="Arial"/>
                <a:cs typeface="Arial"/>
              </a:rPr>
              <a:t>POLITÉCNICA</a:t>
            </a:r>
            <a:r>
              <a:rPr sz="2600" b="1" spc="350" dirty="0">
                <a:latin typeface="Arial"/>
                <a:cs typeface="Arial"/>
              </a:rPr>
              <a:t> </a:t>
            </a:r>
            <a:r>
              <a:rPr sz="2600" b="1" spc="140" dirty="0">
                <a:latin typeface="Arial"/>
                <a:cs typeface="Arial"/>
              </a:rPr>
              <a:t>TERRITORIAL</a:t>
            </a:r>
            <a:r>
              <a:rPr sz="2600" b="1" spc="350" dirty="0">
                <a:latin typeface="Arial"/>
                <a:cs typeface="Arial"/>
              </a:rPr>
              <a:t> </a:t>
            </a:r>
            <a:r>
              <a:rPr sz="2600" b="1" spc="100" dirty="0">
                <a:latin typeface="Arial"/>
                <a:cs typeface="Arial"/>
              </a:rPr>
              <a:t>DEL</a:t>
            </a:r>
            <a:r>
              <a:rPr sz="2600" b="1" spc="350" dirty="0">
                <a:latin typeface="Arial"/>
                <a:cs typeface="Arial"/>
              </a:rPr>
              <a:t> </a:t>
            </a:r>
            <a:r>
              <a:rPr sz="2600" b="1" spc="120" dirty="0">
                <a:latin typeface="Arial"/>
                <a:cs typeface="Arial"/>
              </a:rPr>
              <a:t>ESTADO</a:t>
            </a:r>
            <a:r>
              <a:rPr sz="2600" b="1" spc="350" dirty="0">
                <a:latin typeface="Arial"/>
                <a:cs typeface="Arial"/>
              </a:rPr>
              <a:t> </a:t>
            </a:r>
            <a:r>
              <a:rPr sz="2600" b="1" spc="120" dirty="0">
                <a:latin typeface="Arial"/>
                <a:cs typeface="Arial"/>
              </a:rPr>
              <a:t>BOLÍVAR </a:t>
            </a:r>
            <a:r>
              <a:rPr sz="2600" b="1" spc="130" dirty="0">
                <a:latin typeface="Arial"/>
                <a:cs typeface="Arial"/>
              </a:rPr>
              <a:t>PROGRAMA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35" dirty="0">
                <a:latin typeface="Arial"/>
                <a:cs typeface="Arial"/>
              </a:rPr>
              <a:t>NACIONAL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70" dirty="0">
                <a:latin typeface="Arial"/>
                <a:cs typeface="Arial"/>
              </a:rPr>
              <a:t>DE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35" dirty="0">
                <a:latin typeface="Arial"/>
                <a:cs typeface="Arial"/>
              </a:rPr>
              <a:t>FORMACIÓN</a:t>
            </a:r>
            <a:r>
              <a:rPr sz="2600" b="1" spc="340" dirty="0">
                <a:latin typeface="Arial"/>
                <a:cs typeface="Arial"/>
              </a:rPr>
              <a:t> </a:t>
            </a:r>
            <a:r>
              <a:rPr sz="2600" b="1" spc="70" dirty="0">
                <a:latin typeface="Arial"/>
                <a:cs typeface="Arial"/>
              </a:rPr>
              <a:t>EN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30" dirty="0">
                <a:latin typeface="Arial"/>
                <a:cs typeface="Arial"/>
              </a:rPr>
              <a:t>INFORMÁTICA</a:t>
            </a:r>
            <a:endParaRPr sz="2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lang="es-ES" sz="2600" dirty="0">
              <a:latin typeface="Arial"/>
              <a:cs typeface="Arial"/>
            </a:endParaRPr>
          </a:p>
          <a:p>
            <a:pPr marL="1246505" marR="3806825" algn="just"/>
            <a:r>
              <a:rPr lang="es-ES" sz="36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DESARROLLO DE UNA APLICACIÓN WEB PARA EL REGISTRO DE ESTUDIANTES Y CONTROL DE NOTAS  DEL INSTITUTO BIBLICO BAUTISTA DEL SUR, UBICADO EN LA PARROQUIA LA SABANITA ,CIUDAD BOLIVAR – ESTADO BOLIVAR</a:t>
            </a:r>
            <a:endParaRPr lang="es-ES" sz="3600" dirty="0">
              <a:solidFill>
                <a:srgbClr val="0070C0"/>
              </a:solidFill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246505" marR="3806825" algn="just">
              <a:lnSpc>
                <a:spcPct val="100000"/>
              </a:lnSpc>
            </a:pPr>
            <a:r>
              <a:rPr sz="3400" dirty="0">
                <a:latin typeface="Arial MT"/>
                <a:cs typeface="Arial MT"/>
              </a:rPr>
              <a:t>AUTOR</a:t>
            </a:r>
            <a:r>
              <a:rPr sz="3400" spc="-40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(ES):</a:t>
            </a:r>
            <a:r>
              <a:rPr sz="3400" spc="-40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TSU.</a:t>
            </a:r>
            <a:r>
              <a:rPr lang="es-ES" sz="3400" dirty="0">
                <a:latin typeface="Arial MT"/>
                <a:cs typeface="Arial MT"/>
              </a:rPr>
              <a:t>ENMANUEL RODRIGUEZ</a:t>
            </a:r>
            <a:endParaRPr sz="3400" dirty="0">
              <a:latin typeface="Arial MT"/>
              <a:cs typeface="Arial MT"/>
            </a:endParaRPr>
          </a:p>
          <a:p>
            <a:pPr marL="4867910">
              <a:lnSpc>
                <a:spcPct val="100000"/>
              </a:lnSpc>
              <a:spcBef>
                <a:spcPts val="680"/>
              </a:spcBef>
            </a:pPr>
            <a:r>
              <a:rPr sz="3400" dirty="0">
                <a:latin typeface="Arial MT"/>
                <a:cs typeface="Arial MT"/>
              </a:rPr>
              <a:t>TUTOR</a:t>
            </a:r>
            <a:r>
              <a:rPr sz="3400" spc="-50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RESPONSABLE:</a:t>
            </a:r>
            <a:r>
              <a:rPr sz="3400" spc="-50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LCDA.DIOSKARY</a:t>
            </a:r>
            <a:r>
              <a:rPr sz="3400" spc="-45" dirty="0">
                <a:latin typeface="Arial MT"/>
                <a:cs typeface="Arial MT"/>
              </a:rPr>
              <a:t> </a:t>
            </a:r>
            <a:r>
              <a:rPr sz="3400" spc="-10" dirty="0">
                <a:latin typeface="Arial MT"/>
                <a:cs typeface="Arial MT"/>
              </a:rPr>
              <a:t>MONRROY</a:t>
            </a:r>
            <a:endParaRPr sz="3400" dirty="0">
              <a:latin typeface="Arial MT"/>
              <a:cs typeface="Arial MT"/>
            </a:endParaRPr>
          </a:p>
          <a:p>
            <a:pPr marL="3517900">
              <a:lnSpc>
                <a:spcPct val="100000"/>
              </a:lnSpc>
              <a:spcBef>
                <a:spcPts val="3400"/>
              </a:spcBef>
            </a:pPr>
            <a:r>
              <a:rPr sz="3400" dirty="0">
                <a:latin typeface="Arial MT"/>
                <a:cs typeface="Arial MT"/>
              </a:rPr>
              <a:t>CIUDAD</a:t>
            </a:r>
            <a:r>
              <a:rPr sz="3400" spc="-45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BOLÌVAR,</a:t>
            </a:r>
            <a:r>
              <a:rPr sz="3400" spc="-40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JULIO</a:t>
            </a:r>
            <a:r>
              <a:rPr sz="3400" spc="-40" dirty="0">
                <a:latin typeface="Arial MT"/>
                <a:cs typeface="Arial MT"/>
              </a:rPr>
              <a:t> </a:t>
            </a:r>
            <a:r>
              <a:rPr sz="3400" spc="-20" dirty="0">
                <a:latin typeface="Arial MT"/>
                <a:cs typeface="Arial MT"/>
              </a:rPr>
              <a:t>2026</a:t>
            </a:r>
            <a:endParaRPr sz="3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0485">
              <a:lnSpc>
                <a:spcPct val="100000"/>
              </a:lnSpc>
              <a:spcBef>
                <a:spcPts val="100"/>
              </a:spcBef>
            </a:pPr>
            <a:r>
              <a:rPr dirty="0"/>
              <a:t>CAPITULO</a:t>
            </a:r>
            <a:r>
              <a:rPr spc="-20" dirty="0"/>
              <a:t> </a:t>
            </a:r>
            <a:r>
              <a:rPr dirty="0"/>
              <a:t>I.</a:t>
            </a:r>
            <a:r>
              <a:rPr spc="-20" dirty="0"/>
              <a:t> </a:t>
            </a:r>
            <a:r>
              <a:rPr dirty="0"/>
              <a:t>EL</a:t>
            </a:r>
            <a:r>
              <a:rPr spc="-20" dirty="0"/>
              <a:t> </a:t>
            </a:r>
            <a:r>
              <a:rPr spc="-10" dirty="0"/>
              <a:t>PROBLEMA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1478" y="1983881"/>
            <a:ext cx="740346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latin typeface="Times New Roman"/>
                <a:cs typeface="Times New Roman"/>
              </a:rPr>
              <a:t>Planteamiento</a:t>
            </a:r>
            <a:r>
              <a:rPr sz="4800" b="1" spc="-160" dirty="0">
                <a:latin typeface="Times New Roman"/>
                <a:cs typeface="Times New Roman"/>
              </a:rPr>
              <a:t> </a:t>
            </a:r>
            <a:r>
              <a:rPr sz="4800" b="1" dirty="0">
                <a:latin typeface="Times New Roman"/>
                <a:cs typeface="Times New Roman"/>
              </a:rPr>
              <a:t>del</a:t>
            </a:r>
            <a:r>
              <a:rPr sz="4800" b="1" spc="-160" dirty="0">
                <a:latin typeface="Times New Roman"/>
                <a:cs typeface="Times New Roman"/>
              </a:rPr>
              <a:t> </a:t>
            </a:r>
            <a:r>
              <a:rPr sz="4800" b="1" spc="-10" dirty="0">
                <a:latin typeface="Times New Roman"/>
                <a:cs typeface="Times New Roman"/>
              </a:rPr>
              <a:t>Problema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82997" y="3022189"/>
            <a:ext cx="3881120" cy="35642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" algn="just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NIVEL</a:t>
            </a:r>
            <a:r>
              <a:rPr sz="3600" b="1" spc="-1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GLOBLAL</a:t>
            </a:r>
            <a:endParaRPr sz="36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20"/>
              </a:spcBef>
            </a:pPr>
            <a:r>
              <a:rPr sz="2800" dirty="0">
                <a:latin typeface="Times New Roman"/>
                <a:cs typeface="Times New Roman"/>
              </a:rPr>
              <a:t>En</a:t>
            </a:r>
            <a:r>
              <a:rPr sz="2800" spc="515" dirty="0">
                <a:latin typeface="Times New Roman"/>
                <a:cs typeface="Times New Roman"/>
              </a:rPr>
              <a:t>   </a:t>
            </a: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520" dirty="0">
                <a:latin typeface="Times New Roman"/>
                <a:cs typeface="Times New Roman"/>
              </a:rPr>
              <a:t>   </a:t>
            </a:r>
            <a:r>
              <a:rPr sz="2800" dirty="0">
                <a:latin typeface="Times New Roman"/>
                <a:cs typeface="Times New Roman"/>
              </a:rPr>
              <a:t>actualidad,</a:t>
            </a:r>
            <a:r>
              <a:rPr sz="2800" spc="520" dirty="0">
                <a:latin typeface="Times New Roman"/>
                <a:cs typeface="Times New Roman"/>
              </a:rPr>
              <a:t>   </a:t>
            </a:r>
            <a:r>
              <a:rPr sz="2800" spc="-25" dirty="0">
                <a:latin typeface="Times New Roman"/>
                <a:cs typeface="Times New Roman"/>
              </a:rPr>
              <a:t>la</a:t>
            </a:r>
            <a:endParaRPr sz="28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ct val="150000"/>
              </a:lnSpc>
            </a:pPr>
            <a:r>
              <a:rPr sz="2800" dirty="0">
                <a:latin typeface="Times New Roman"/>
                <a:cs typeface="Times New Roman"/>
              </a:rPr>
              <a:t>transformación</a:t>
            </a:r>
            <a:r>
              <a:rPr sz="2800" spc="17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digital</a:t>
            </a:r>
            <a:r>
              <a:rPr sz="2800" spc="175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ha </a:t>
            </a:r>
            <a:r>
              <a:rPr sz="2800" dirty="0">
                <a:latin typeface="Times New Roman"/>
                <a:cs typeface="Times New Roman"/>
              </a:rPr>
              <a:t>redefinido</a:t>
            </a:r>
            <a:r>
              <a:rPr sz="2800" spc="6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los</a:t>
            </a:r>
            <a:r>
              <a:rPr sz="2800" spc="6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paradigmas </a:t>
            </a:r>
            <a:r>
              <a:rPr sz="2800" dirty="0">
                <a:latin typeface="Times New Roman"/>
                <a:cs typeface="Times New Roman"/>
              </a:rPr>
              <a:t>de</a:t>
            </a:r>
            <a:r>
              <a:rPr sz="2800" spc="4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la</a:t>
            </a:r>
            <a:r>
              <a:rPr sz="2800" spc="4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gestión</a:t>
            </a:r>
            <a:r>
              <a:rPr sz="2800" spc="4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académica</a:t>
            </a:r>
            <a:r>
              <a:rPr sz="2800" spc="43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escala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global.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27674" y="3022189"/>
            <a:ext cx="4625975" cy="27212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NIVEL</a:t>
            </a:r>
            <a:r>
              <a:rPr sz="3600" b="1" spc="-1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NACIONAL</a:t>
            </a:r>
            <a:endParaRPr lang="es-VE" sz="3600" b="1" spc="-10" dirty="0">
              <a:latin typeface="Times New Roman"/>
              <a:cs typeface="Times New Roman"/>
            </a:endParaRPr>
          </a:p>
          <a:p>
            <a:pPr algn="l">
              <a:lnSpc>
                <a:spcPct val="100000"/>
              </a:lnSpc>
              <a:spcBef>
                <a:spcPts val="20"/>
              </a:spcBef>
            </a:pPr>
            <a:r>
              <a:rPr lang="es-ES" sz="2800" dirty="0">
                <a:latin typeface="Times New Roman"/>
                <a:cs typeface="Times New Roman"/>
              </a:rPr>
              <a:t>En</a:t>
            </a:r>
            <a:r>
              <a:rPr lang="es-ES" sz="2800" spc="105" dirty="0">
                <a:latin typeface="Times New Roman"/>
                <a:cs typeface="Times New Roman"/>
              </a:rPr>
              <a:t>  </a:t>
            </a:r>
            <a:r>
              <a:rPr lang="es-ES" sz="2800" dirty="0">
                <a:latin typeface="Times New Roman"/>
                <a:cs typeface="Times New Roman"/>
              </a:rPr>
              <a:t>Venezuela,</a:t>
            </a:r>
            <a:r>
              <a:rPr lang="es-ES" sz="2800" spc="105" dirty="0">
                <a:latin typeface="Times New Roman"/>
                <a:cs typeface="Times New Roman"/>
              </a:rPr>
              <a:t> las instituciones  </a:t>
            </a:r>
            <a:r>
              <a:rPr lang="es-ES" sz="2800" spc="-25" dirty="0">
                <a:latin typeface="Times New Roman"/>
                <a:cs typeface="Times New Roman"/>
              </a:rPr>
              <a:t>han modernizado </a:t>
            </a:r>
          </a:p>
          <a:p>
            <a:pPr algn="l">
              <a:lnSpc>
                <a:spcPct val="100000"/>
              </a:lnSpc>
              <a:spcBef>
                <a:spcPts val="20"/>
              </a:spcBef>
            </a:pPr>
            <a:r>
              <a:rPr lang="es-ES" sz="2800" spc="-25" dirty="0">
                <a:latin typeface="Times New Roman"/>
                <a:cs typeface="Times New Roman"/>
              </a:rPr>
              <a:t>Sus equipos para el mejoramiento optimo de las administraciones</a:t>
            </a:r>
            <a:endParaRPr lang="es-ES" sz="28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633586" y="3022189"/>
            <a:ext cx="5740400" cy="22903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NIVEL</a:t>
            </a:r>
            <a:r>
              <a:rPr sz="3600" b="1" spc="-2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INSTITUCIONAL</a:t>
            </a:r>
            <a:endParaRPr sz="3600" dirty="0">
              <a:latin typeface="Times New Roman"/>
              <a:cs typeface="Times New Roman"/>
            </a:endParaRPr>
          </a:p>
          <a:p>
            <a:pPr marL="12700">
              <a:spcBef>
                <a:spcPts val="20"/>
              </a:spcBef>
            </a:pPr>
            <a:r>
              <a:rPr lang="es-ES" sz="2800" dirty="0">
                <a:latin typeface="Times New Roman"/>
                <a:cs typeface="Times New Roman"/>
              </a:rPr>
              <a:t>En el Instituto Bíblico Bautista del sur 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El</a:t>
            </a:r>
            <a:r>
              <a:rPr lang="es-ES" sz="2800" spc="-25" dirty="0">
                <a:latin typeface="Times New Roman"/>
                <a:cs typeface="Times New Roman"/>
              </a:rPr>
              <a:t> </a:t>
            </a:r>
            <a:r>
              <a:rPr lang="es-VE" sz="2800" dirty="0">
                <a:latin typeface="Times New Roman"/>
                <a:cs typeface="Times New Roman"/>
              </a:rPr>
              <a:t>sistema</a:t>
            </a:r>
            <a:r>
              <a:rPr lang="es-VE" sz="2800" spc="-20" dirty="0">
                <a:latin typeface="Times New Roman"/>
                <a:cs typeface="Times New Roman"/>
              </a:rPr>
              <a:t> </a:t>
            </a:r>
            <a:r>
              <a:rPr lang="es-VE" sz="2800" dirty="0">
                <a:latin typeface="Times New Roman"/>
                <a:cs typeface="Times New Roman"/>
              </a:rPr>
              <a:t>presenta</a:t>
            </a:r>
            <a:r>
              <a:rPr lang="es-VE" sz="2800" spc="-15" dirty="0">
                <a:latin typeface="Times New Roman"/>
                <a:cs typeface="Times New Roman"/>
              </a:rPr>
              <a:t> </a:t>
            </a:r>
            <a:r>
              <a:rPr lang="es-VE" sz="2800" dirty="0">
                <a:latin typeface="Times New Roman"/>
                <a:cs typeface="Times New Roman"/>
              </a:rPr>
              <a:t>nudos</a:t>
            </a:r>
            <a:r>
              <a:rPr lang="es-VE" sz="2800" spc="-20" dirty="0">
                <a:latin typeface="Times New Roman"/>
                <a:cs typeface="Times New Roman"/>
              </a:rPr>
              <a:t> </a:t>
            </a:r>
            <a:r>
              <a:rPr lang="es-VE" sz="2800" dirty="0">
                <a:latin typeface="Times New Roman"/>
                <a:cs typeface="Times New Roman"/>
              </a:rPr>
              <a:t>críticos</a:t>
            </a:r>
            <a:r>
              <a:rPr lang="es-VE" sz="2800" spc="-15" dirty="0">
                <a:latin typeface="Times New Roman"/>
                <a:cs typeface="Times New Roman"/>
              </a:rPr>
              <a:t> </a:t>
            </a:r>
            <a:r>
              <a:rPr lang="es-VE" sz="2800" dirty="0">
                <a:latin typeface="Times New Roman"/>
                <a:cs typeface="Times New Roman"/>
              </a:rPr>
              <a:t>debido</a:t>
            </a:r>
            <a:r>
              <a:rPr lang="es-VE" sz="2800" spc="-20" dirty="0">
                <a:latin typeface="Times New Roman"/>
                <a:cs typeface="Times New Roman"/>
              </a:rPr>
              <a:t> </a:t>
            </a:r>
            <a:r>
              <a:rPr lang="es-VE" sz="2800" spc="-50" dirty="0">
                <a:latin typeface="Times New Roman"/>
                <a:cs typeface="Times New Roman"/>
              </a:rPr>
              <a:t>a </a:t>
            </a:r>
            <a:r>
              <a:rPr lang="es-VE" sz="2800" dirty="0">
                <a:latin typeface="Times New Roman"/>
                <a:cs typeface="Times New Roman"/>
              </a:rPr>
              <a:t>los</a:t>
            </a:r>
            <a:r>
              <a:rPr lang="es-VE" sz="2800" spc="-15" dirty="0">
                <a:latin typeface="Times New Roman"/>
                <a:cs typeface="Times New Roman"/>
              </a:rPr>
              <a:t> </a:t>
            </a:r>
            <a:r>
              <a:rPr lang="es-VE" sz="2800" dirty="0">
                <a:latin typeface="Times New Roman"/>
                <a:cs typeface="Times New Roman"/>
              </a:rPr>
              <a:t>procesos</a:t>
            </a:r>
            <a:r>
              <a:rPr lang="es-VE" sz="2800" spc="-15" dirty="0">
                <a:latin typeface="Times New Roman"/>
                <a:cs typeface="Times New Roman"/>
              </a:rPr>
              <a:t> </a:t>
            </a:r>
            <a:r>
              <a:rPr lang="es-VE" sz="2800" spc="-10" dirty="0">
                <a:latin typeface="Times New Roman"/>
                <a:cs typeface="Times New Roman"/>
              </a:rPr>
              <a:t>manuales.</a:t>
            </a:r>
            <a:endParaRPr lang="es-VE"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1026" name="Picture 2" descr="Mapa del mundo tierra globo de dibujos animados Vector de stock por ©jemastock 332189598">
            <a:extLst>
              <a:ext uri="{FF2B5EF4-FFF2-40B4-BE49-F238E27FC236}">
                <a16:creationId xmlns:a16="http://schemas.microsoft.com/office/drawing/2014/main" id="{01BE9690-1C13-4154-9C4C-E9F5D3713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54" y="6708525"/>
            <a:ext cx="2860131" cy="286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5.300+ Bandera De Venezuela Fotografías de stock, fotos e imágenes libres de derechos - iStock">
            <a:extLst>
              <a:ext uri="{FF2B5EF4-FFF2-40B4-BE49-F238E27FC236}">
                <a16:creationId xmlns:a16="http://schemas.microsoft.com/office/drawing/2014/main" id="{61BE0DCB-0EE4-0DE9-3B5F-9CA30A96F1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488" y="6735974"/>
            <a:ext cx="3346909" cy="3346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6F084DDB-634F-AA02-EE44-F53E5E417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7800" y="6835994"/>
            <a:ext cx="2819400" cy="2819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97052"/>
            <a:ext cx="3630051" cy="398994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0485">
              <a:lnSpc>
                <a:spcPct val="100000"/>
              </a:lnSpc>
              <a:spcBef>
                <a:spcPts val="100"/>
              </a:spcBef>
            </a:pPr>
            <a:r>
              <a:rPr dirty="0"/>
              <a:t>CAPITULO</a:t>
            </a:r>
            <a:r>
              <a:rPr spc="-20" dirty="0"/>
              <a:t> </a:t>
            </a:r>
            <a:r>
              <a:rPr dirty="0"/>
              <a:t>I.</a:t>
            </a:r>
            <a:r>
              <a:rPr spc="-20" dirty="0"/>
              <a:t> </a:t>
            </a:r>
            <a:r>
              <a:rPr dirty="0"/>
              <a:t>EL</a:t>
            </a:r>
            <a:r>
              <a:rPr spc="-20" dirty="0"/>
              <a:t> </a:t>
            </a:r>
            <a:r>
              <a:rPr spc="-10" dirty="0"/>
              <a:t>PROBLEMA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1478" y="2077263"/>
            <a:ext cx="16148685" cy="3209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4800" b="1" dirty="0">
                <a:latin typeface="Times New Roman"/>
                <a:cs typeface="Times New Roman"/>
              </a:rPr>
              <a:t>Objetivo</a:t>
            </a:r>
            <a:r>
              <a:rPr sz="4800" b="1" spc="-150" dirty="0">
                <a:latin typeface="Times New Roman"/>
                <a:cs typeface="Times New Roman"/>
              </a:rPr>
              <a:t> </a:t>
            </a:r>
            <a:r>
              <a:rPr sz="4800" b="1" spc="-10" dirty="0">
                <a:latin typeface="Times New Roman"/>
                <a:cs typeface="Times New Roman"/>
              </a:rPr>
              <a:t>General</a:t>
            </a:r>
            <a:endParaRPr sz="4800" dirty="0">
              <a:latin typeface="Times New Roman"/>
              <a:cs typeface="Times New Roman"/>
            </a:endParaRPr>
          </a:p>
          <a:p>
            <a:pPr marL="71120" marR="5080" algn="just">
              <a:lnSpc>
                <a:spcPct val="150000"/>
              </a:lnSpc>
              <a:spcBef>
                <a:spcPts val="505"/>
              </a:spcBef>
            </a:pPr>
            <a:r>
              <a:rPr sz="36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Desarrollar</a:t>
            </a:r>
            <a:r>
              <a:rPr sz="3600" spc="57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sz="36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una</a:t>
            </a:r>
            <a:r>
              <a:rPr sz="3600" spc="57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sz="36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Aplicación</a:t>
            </a:r>
            <a:r>
              <a:rPr sz="3600" spc="575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sz="36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Web</a:t>
            </a:r>
            <a:r>
              <a:rPr sz="3600" spc="57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sz="36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para</a:t>
            </a:r>
            <a:r>
              <a:rPr sz="3600" spc="57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sz="36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el</a:t>
            </a:r>
            <a:r>
              <a:rPr sz="3600" spc="575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sz="3600" dirty="0" err="1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Registro</a:t>
            </a:r>
            <a:r>
              <a:rPr sz="3600" spc="57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sz="36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de</a:t>
            </a:r>
            <a:r>
              <a:rPr sz="3600" spc="57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sz="3600" dirty="0" err="1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estudiantes</a:t>
            </a:r>
            <a:r>
              <a:rPr lang="es-ES" sz="36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y Control de notas</a:t>
            </a:r>
            <a:r>
              <a:rPr sz="3600" spc="575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sz="36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del</a:t>
            </a:r>
            <a:r>
              <a:rPr sz="3600" spc="57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lang="es-ES" sz="3600" spc="57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Instituto Bíblico Bautista del sur</a:t>
            </a:r>
            <a:r>
              <a:rPr sz="36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,</a:t>
            </a:r>
            <a:r>
              <a:rPr sz="3600" spc="55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lang="es-ES" sz="3600" spc="-1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ubicad </a:t>
            </a:r>
            <a:r>
              <a:rPr lang="es-ES" sz="36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en</a:t>
            </a:r>
            <a:r>
              <a:rPr lang="es-ES" sz="3600" spc="-7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lang="es-ES" sz="36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la</a:t>
            </a:r>
            <a:r>
              <a:rPr lang="es-ES" sz="3600" spc="-65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lang="es-ES" sz="36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parroquia</a:t>
            </a:r>
            <a:r>
              <a:rPr lang="es-ES" sz="3600" spc="-65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La sabanita</a:t>
            </a:r>
            <a:r>
              <a:rPr lang="es-ES" sz="36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,</a:t>
            </a:r>
            <a:r>
              <a:rPr lang="es-ES" sz="3600" spc="-65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lang="es-ES" sz="36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Ciudad</a:t>
            </a:r>
            <a:r>
              <a:rPr lang="es-ES" sz="3600" spc="-65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lang="es-ES" sz="36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Bolívar,</a:t>
            </a:r>
            <a:r>
              <a:rPr lang="es-ES" sz="3600" spc="-65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lang="es-ES" sz="360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Estado</a:t>
            </a:r>
            <a:r>
              <a:rPr lang="es-ES" sz="3600" spc="-65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 </a:t>
            </a:r>
            <a:r>
              <a:rPr lang="es-ES" sz="3600" spc="-10" dirty="0">
                <a:latin typeface="Segoe UI Historic" panose="020B0502040204020203" pitchFamily="34" charset="0"/>
                <a:ea typeface="Segoe UI Historic" panose="020B0502040204020203" pitchFamily="34" charset="0"/>
                <a:cs typeface="Segoe UI Historic" panose="020B0502040204020203" pitchFamily="34" charset="0"/>
              </a:rPr>
              <a:t>Bolívar.</a:t>
            </a:r>
            <a:endParaRPr sz="3600" dirty="0">
              <a:latin typeface="Segoe UI Historic" panose="020B0502040204020203" pitchFamily="34" charset="0"/>
              <a:ea typeface="Segoe UI Historic" panose="020B0502040204020203" pitchFamily="34" charset="0"/>
              <a:cs typeface="Segoe UI Historic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297052"/>
            <a:ext cx="3630051" cy="398994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0485">
              <a:lnSpc>
                <a:spcPct val="100000"/>
              </a:lnSpc>
              <a:spcBef>
                <a:spcPts val="100"/>
              </a:spcBef>
            </a:pPr>
            <a:r>
              <a:rPr dirty="0"/>
              <a:t>CAPITULO</a:t>
            </a:r>
            <a:r>
              <a:rPr spc="-20" dirty="0"/>
              <a:t> </a:t>
            </a:r>
            <a:r>
              <a:rPr dirty="0"/>
              <a:t>I.</a:t>
            </a:r>
            <a:r>
              <a:rPr spc="-20" dirty="0"/>
              <a:t> </a:t>
            </a:r>
            <a:r>
              <a:rPr dirty="0"/>
              <a:t>EL</a:t>
            </a:r>
            <a:r>
              <a:rPr spc="-20" dirty="0"/>
              <a:t> </a:t>
            </a:r>
            <a:r>
              <a:rPr spc="-10" dirty="0"/>
              <a:t>PROBLEMA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1478" y="1781640"/>
            <a:ext cx="16165830" cy="5451941"/>
          </a:xfrm>
          <a:prstGeom prst="rect">
            <a:avLst/>
          </a:prstGeom>
        </p:spPr>
        <p:txBody>
          <a:bodyPr vert="horz" wrap="square" lIns="0" tIns="2146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sz="4800" b="1" dirty="0">
                <a:latin typeface="Times New Roman"/>
                <a:cs typeface="Times New Roman"/>
              </a:rPr>
              <a:t>Objetivos</a:t>
            </a:r>
            <a:r>
              <a:rPr sz="4800" b="1" spc="-160" dirty="0">
                <a:latin typeface="Times New Roman"/>
                <a:cs typeface="Times New Roman"/>
              </a:rPr>
              <a:t> </a:t>
            </a:r>
            <a:r>
              <a:rPr sz="4800" b="1" spc="-10" dirty="0">
                <a:latin typeface="Times New Roman"/>
                <a:cs typeface="Times New Roman"/>
              </a:rPr>
              <a:t>Específicos</a:t>
            </a:r>
            <a:endParaRPr sz="4800" dirty="0">
              <a:latin typeface="Times New Roman"/>
              <a:cs typeface="Times New Roman"/>
            </a:endParaRPr>
          </a:p>
          <a:p>
            <a:pPr marL="487045" indent="-415925">
              <a:lnSpc>
                <a:spcPct val="100000"/>
              </a:lnSpc>
              <a:spcBef>
                <a:spcPts val="1195"/>
              </a:spcBef>
              <a:buFont typeface="Wingdings"/>
              <a:buChar char=""/>
              <a:tabLst>
                <a:tab pos="487045" algn="l"/>
              </a:tabLst>
            </a:pPr>
            <a:r>
              <a:rPr lang="es-ES" sz="3600" dirty="0">
                <a:latin typeface="Times New Roman"/>
                <a:cs typeface="Times New Roman"/>
              </a:rPr>
              <a:t>Diagnosticar la necesidad de uso de una aplicación para el Instituto </a:t>
            </a:r>
            <a:r>
              <a:rPr lang="es-ES" sz="3600" dirty="0" err="1">
                <a:latin typeface="Times New Roman"/>
                <a:cs typeface="Times New Roman"/>
              </a:rPr>
              <a:t>Biblico</a:t>
            </a:r>
            <a:r>
              <a:rPr lang="es-ES" sz="3600" dirty="0">
                <a:latin typeface="Times New Roman"/>
                <a:cs typeface="Times New Roman"/>
              </a:rPr>
              <a:t> Bautista del sur</a:t>
            </a:r>
          </a:p>
          <a:p>
            <a:pPr marL="487045" indent="-415925">
              <a:lnSpc>
                <a:spcPct val="100000"/>
              </a:lnSpc>
              <a:spcBef>
                <a:spcPts val="2160"/>
              </a:spcBef>
              <a:buFont typeface="Wingdings"/>
              <a:buChar char=""/>
              <a:tabLst>
                <a:tab pos="487045" algn="l"/>
                <a:tab pos="2136140" algn="l"/>
              </a:tabLst>
            </a:pPr>
            <a:r>
              <a:rPr sz="3600" spc="-10" dirty="0" err="1">
                <a:latin typeface="Times New Roman"/>
                <a:cs typeface="Times New Roman"/>
              </a:rPr>
              <a:t>Diseñar</a:t>
            </a:r>
            <a:r>
              <a:rPr sz="3600" dirty="0">
                <a:latin typeface="Times New Roman"/>
                <a:cs typeface="Times New Roman"/>
              </a:rPr>
              <a:t>	la</a:t>
            </a:r>
            <a:r>
              <a:rPr lang="es-ES" sz="3600" spc="-55" dirty="0">
                <a:latin typeface="Times New Roman"/>
                <a:cs typeface="Times New Roman"/>
              </a:rPr>
              <a:t>s interfases graficas del usuario</a:t>
            </a:r>
            <a:endParaRPr sz="3600" dirty="0">
              <a:latin typeface="Times New Roman"/>
              <a:cs typeface="Times New Roman"/>
            </a:endParaRPr>
          </a:p>
          <a:p>
            <a:pPr marL="487045" indent="-415925">
              <a:lnSpc>
                <a:spcPct val="100000"/>
              </a:lnSpc>
              <a:spcBef>
                <a:spcPts val="2160"/>
              </a:spcBef>
              <a:buFont typeface="Wingdings"/>
              <a:buChar char=""/>
              <a:tabLst>
                <a:tab pos="487045" algn="l"/>
              </a:tabLst>
            </a:pPr>
            <a:r>
              <a:rPr sz="3600" dirty="0">
                <a:latin typeface="Times New Roman"/>
                <a:cs typeface="Times New Roman"/>
              </a:rPr>
              <a:t>Codificar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los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módulos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funcionales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la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aplicación</a:t>
            </a:r>
            <a:r>
              <a:rPr sz="3600" spc="-55" dirty="0">
                <a:latin typeface="Times New Roman"/>
                <a:cs typeface="Times New Roman"/>
              </a:rPr>
              <a:t> </a:t>
            </a:r>
            <a:r>
              <a:rPr sz="3600" spc="-20" dirty="0">
                <a:latin typeface="Times New Roman"/>
                <a:cs typeface="Times New Roman"/>
              </a:rPr>
              <a:t>web.</a:t>
            </a:r>
            <a:endParaRPr sz="3600" dirty="0">
              <a:latin typeface="Times New Roman"/>
              <a:cs typeface="Times New Roman"/>
            </a:endParaRPr>
          </a:p>
          <a:p>
            <a:pPr marL="487045" marR="5080" indent="-415925">
              <a:lnSpc>
                <a:spcPct val="150000"/>
              </a:lnSpc>
              <a:buFont typeface="Wingdings"/>
              <a:buChar char=""/>
              <a:tabLst>
                <a:tab pos="487045" algn="l"/>
              </a:tabLst>
            </a:pPr>
            <a:r>
              <a:rPr sz="3600" dirty="0">
                <a:latin typeface="Times New Roman"/>
                <a:cs typeface="Times New Roman"/>
              </a:rPr>
              <a:t>Implementar</a:t>
            </a:r>
            <a:r>
              <a:rPr sz="3600" spc="68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la</a:t>
            </a:r>
            <a:r>
              <a:rPr sz="3600" spc="690" dirty="0">
                <a:latin typeface="Times New Roman"/>
                <a:cs typeface="Times New Roman"/>
              </a:rPr>
              <a:t> </a:t>
            </a:r>
            <a:r>
              <a:rPr sz="3600" dirty="0" err="1">
                <a:latin typeface="Times New Roman"/>
                <a:cs typeface="Times New Roman"/>
              </a:rPr>
              <a:t>aplicación</a:t>
            </a:r>
            <a:r>
              <a:rPr lang="es-ES" sz="3600" spc="690" dirty="0">
                <a:latin typeface="Times New Roman"/>
                <a:cs typeface="Times New Roman"/>
              </a:rPr>
              <a:t> </a:t>
            </a:r>
            <a:r>
              <a:rPr lang="es-ES" sz="3600" dirty="0">
                <a:latin typeface="Times New Roman"/>
                <a:cs typeface="Times New Roman"/>
              </a:rPr>
              <a:t>web para el registro de estudiantes y control de notas del instituto bíblico bautista del sur</a:t>
            </a:r>
            <a:endParaRPr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n 25">
            <a:extLst>
              <a:ext uri="{FF2B5EF4-FFF2-40B4-BE49-F238E27FC236}">
                <a16:creationId xmlns:a16="http://schemas.microsoft.com/office/drawing/2014/main" id="{694C3EF5-3693-4F1F-B116-2F94C16DE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888" y="3536670"/>
            <a:ext cx="4279156" cy="4279156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297052"/>
            <a:ext cx="3630051" cy="398994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10485">
              <a:lnSpc>
                <a:spcPct val="100000"/>
              </a:lnSpc>
              <a:spcBef>
                <a:spcPts val="100"/>
              </a:spcBef>
            </a:pPr>
            <a:r>
              <a:rPr dirty="0"/>
              <a:t>CAPITULO</a:t>
            </a:r>
            <a:r>
              <a:rPr spc="-20" dirty="0"/>
              <a:t> </a:t>
            </a:r>
            <a:r>
              <a:rPr dirty="0"/>
              <a:t>I.</a:t>
            </a:r>
            <a:r>
              <a:rPr spc="-20" dirty="0"/>
              <a:t> </a:t>
            </a:r>
            <a:r>
              <a:rPr dirty="0"/>
              <a:t>EL</a:t>
            </a:r>
            <a:r>
              <a:rPr spc="-20" dirty="0"/>
              <a:t> </a:t>
            </a:r>
            <a:r>
              <a:rPr spc="-10" dirty="0"/>
              <a:t>PROBLEMA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1478" y="1703733"/>
            <a:ext cx="33077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10" dirty="0">
                <a:latin typeface="Times New Roman"/>
                <a:cs typeface="Times New Roman"/>
              </a:rPr>
              <a:t>Justificación</a:t>
            </a:r>
            <a:endParaRPr sz="4800">
              <a:latin typeface="Times New Roman"/>
              <a:cs typeface="Times New Roman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036728" y="2022280"/>
            <a:ext cx="3414723" cy="7519670"/>
            <a:chOff x="8036728" y="2022280"/>
            <a:chExt cx="3414723" cy="7519670"/>
          </a:xfrm>
        </p:grpSpPr>
        <p:sp>
          <p:nvSpPr>
            <p:cNvPr id="13" name="object 13"/>
            <p:cNvSpPr/>
            <p:nvPr/>
          </p:nvSpPr>
          <p:spPr>
            <a:xfrm>
              <a:off x="8036728" y="2022280"/>
              <a:ext cx="2595880" cy="7519670"/>
            </a:xfrm>
            <a:custGeom>
              <a:avLst/>
              <a:gdLst/>
              <a:ahLst/>
              <a:cxnLst/>
              <a:rect l="l" t="t" r="r" b="b"/>
              <a:pathLst>
                <a:path w="2595879" h="7519670">
                  <a:moveTo>
                    <a:pt x="214261" y="0"/>
                  </a:moveTo>
                  <a:lnTo>
                    <a:pt x="44993" y="416235"/>
                  </a:lnTo>
                  <a:lnTo>
                    <a:pt x="88677" y="436118"/>
                  </a:lnTo>
                  <a:lnTo>
                    <a:pt x="132006" y="456588"/>
                  </a:lnTo>
                  <a:lnTo>
                    <a:pt x="174978" y="477639"/>
                  </a:lnTo>
                  <a:lnTo>
                    <a:pt x="217589" y="499266"/>
                  </a:lnTo>
                  <a:lnTo>
                    <a:pt x="259834" y="521463"/>
                  </a:lnTo>
                  <a:lnTo>
                    <a:pt x="301712" y="544224"/>
                  </a:lnTo>
                  <a:lnTo>
                    <a:pt x="343217" y="567545"/>
                  </a:lnTo>
                  <a:lnTo>
                    <a:pt x="384347" y="591418"/>
                  </a:lnTo>
                  <a:lnTo>
                    <a:pt x="425099" y="615840"/>
                  </a:lnTo>
                  <a:lnTo>
                    <a:pt x="465467" y="640804"/>
                  </a:lnTo>
                  <a:lnTo>
                    <a:pt x="505450" y="666304"/>
                  </a:lnTo>
                  <a:lnTo>
                    <a:pt x="545044" y="692335"/>
                  </a:lnTo>
                  <a:lnTo>
                    <a:pt x="584244" y="718891"/>
                  </a:lnTo>
                  <a:lnTo>
                    <a:pt x="623048" y="745967"/>
                  </a:lnTo>
                  <a:lnTo>
                    <a:pt x="661452" y="773558"/>
                  </a:lnTo>
                  <a:lnTo>
                    <a:pt x="699452" y="801656"/>
                  </a:lnTo>
                  <a:lnTo>
                    <a:pt x="737045" y="830258"/>
                  </a:lnTo>
                  <a:lnTo>
                    <a:pt x="774227" y="859358"/>
                  </a:lnTo>
                  <a:lnTo>
                    <a:pt x="810995" y="888949"/>
                  </a:lnTo>
                  <a:lnTo>
                    <a:pt x="847346" y="919026"/>
                  </a:lnTo>
                  <a:lnTo>
                    <a:pt x="883275" y="949584"/>
                  </a:lnTo>
                  <a:lnTo>
                    <a:pt x="918780" y="980616"/>
                  </a:lnTo>
                  <a:lnTo>
                    <a:pt x="953856" y="1012118"/>
                  </a:lnTo>
                  <a:lnTo>
                    <a:pt x="988500" y="1044085"/>
                  </a:lnTo>
                  <a:lnTo>
                    <a:pt x="1022709" y="1076509"/>
                  </a:lnTo>
                  <a:lnTo>
                    <a:pt x="1056479" y="1109386"/>
                  </a:lnTo>
                  <a:lnTo>
                    <a:pt x="1089807" y="1142709"/>
                  </a:lnTo>
                  <a:lnTo>
                    <a:pt x="1122689" y="1176475"/>
                  </a:lnTo>
                  <a:lnTo>
                    <a:pt x="1155121" y="1210676"/>
                  </a:lnTo>
                  <a:lnTo>
                    <a:pt x="1187101" y="1245307"/>
                  </a:lnTo>
                  <a:lnTo>
                    <a:pt x="1218624" y="1280363"/>
                  </a:lnTo>
                  <a:lnTo>
                    <a:pt x="1249686" y="1315838"/>
                  </a:lnTo>
                  <a:lnTo>
                    <a:pt x="1280286" y="1351727"/>
                  </a:lnTo>
                  <a:lnTo>
                    <a:pt x="1310418" y="1388024"/>
                  </a:lnTo>
                  <a:lnTo>
                    <a:pt x="1340079" y="1424722"/>
                  </a:lnTo>
                  <a:lnTo>
                    <a:pt x="1369267" y="1461818"/>
                  </a:lnTo>
                  <a:lnTo>
                    <a:pt x="1397977" y="1499304"/>
                  </a:lnTo>
                  <a:lnTo>
                    <a:pt x="1426205" y="1537176"/>
                  </a:lnTo>
                  <a:lnTo>
                    <a:pt x="1453949" y="1575428"/>
                  </a:lnTo>
                  <a:lnTo>
                    <a:pt x="1481204" y="1614054"/>
                  </a:lnTo>
                  <a:lnTo>
                    <a:pt x="1507968" y="1653049"/>
                  </a:lnTo>
                  <a:lnTo>
                    <a:pt x="1534237" y="1692407"/>
                  </a:lnTo>
                  <a:lnTo>
                    <a:pt x="1560006" y="1732123"/>
                  </a:lnTo>
                  <a:lnTo>
                    <a:pt x="1585273" y="1772190"/>
                  </a:lnTo>
                  <a:lnTo>
                    <a:pt x="1610035" y="1812604"/>
                  </a:lnTo>
                  <a:lnTo>
                    <a:pt x="1634287" y="1853359"/>
                  </a:lnTo>
                  <a:lnTo>
                    <a:pt x="1658026" y="1894449"/>
                  </a:lnTo>
                  <a:lnTo>
                    <a:pt x="1681248" y="1935868"/>
                  </a:lnTo>
                  <a:lnTo>
                    <a:pt x="1703951" y="1977611"/>
                  </a:lnTo>
                  <a:lnTo>
                    <a:pt x="1726130" y="2019673"/>
                  </a:lnTo>
                  <a:lnTo>
                    <a:pt x="1747781" y="2062047"/>
                  </a:lnTo>
                  <a:lnTo>
                    <a:pt x="1768903" y="2104729"/>
                  </a:lnTo>
                  <a:lnTo>
                    <a:pt x="1789490" y="2147712"/>
                  </a:lnTo>
                  <a:lnTo>
                    <a:pt x="1809539" y="2190991"/>
                  </a:lnTo>
                  <a:lnTo>
                    <a:pt x="1829048" y="2234561"/>
                  </a:lnTo>
                  <a:lnTo>
                    <a:pt x="1848011" y="2278415"/>
                  </a:lnTo>
                  <a:lnTo>
                    <a:pt x="1866427" y="2322549"/>
                  </a:lnTo>
                  <a:lnTo>
                    <a:pt x="1884290" y="2366956"/>
                  </a:lnTo>
                  <a:lnTo>
                    <a:pt x="1901599" y="2411631"/>
                  </a:lnTo>
                  <a:lnTo>
                    <a:pt x="1918348" y="2456569"/>
                  </a:lnTo>
                  <a:lnTo>
                    <a:pt x="1934535" y="2501764"/>
                  </a:lnTo>
                  <a:lnTo>
                    <a:pt x="1950157" y="2547209"/>
                  </a:lnTo>
                  <a:lnTo>
                    <a:pt x="1965209" y="2592901"/>
                  </a:lnTo>
                  <a:lnTo>
                    <a:pt x="1979688" y="2638832"/>
                  </a:lnTo>
                  <a:lnTo>
                    <a:pt x="1993590" y="2684998"/>
                  </a:lnTo>
                  <a:lnTo>
                    <a:pt x="2006913" y="2731393"/>
                  </a:lnTo>
                  <a:lnTo>
                    <a:pt x="2019652" y="2778011"/>
                  </a:lnTo>
                  <a:lnTo>
                    <a:pt x="2031804" y="2824847"/>
                  </a:lnTo>
                  <a:lnTo>
                    <a:pt x="2043366" y="2871894"/>
                  </a:lnTo>
                  <a:lnTo>
                    <a:pt x="2054333" y="2919149"/>
                  </a:lnTo>
                  <a:lnTo>
                    <a:pt x="2064703" y="2966604"/>
                  </a:lnTo>
                  <a:lnTo>
                    <a:pt x="2074472" y="3014255"/>
                  </a:lnTo>
                  <a:lnTo>
                    <a:pt x="2083636" y="3062095"/>
                  </a:lnTo>
                  <a:lnTo>
                    <a:pt x="2092191" y="3110119"/>
                  </a:lnTo>
                  <a:lnTo>
                    <a:pt x="2100135" y="3158322"/>
                  </a:lnTo>
                  <a:lnTo>
                    <a:pt x="2107464" y="3206698"/>
                  </a:lnTo>
                  <a:lnTo>
                    <a:pt x="2114174" y="3255241"/>
                  </a:lnTo>
                  <a:lnTo>
                    <a:pt x="2120262" y="3303946"/>
                  </a:lnTo>
                  <a:lnTo>
                    <a:pt x="2125724" y="3352807"/>
                  </a:lnTo>
                  <a:lnTo>
                    <a:pt x="2130556" y="3401818"/>
                  </a:lnTo>
                  <a:lnTo>
                    <a:pt x="2134756" y="3450975"/>
                  </a:lnTo>
                  <a:lnTo>
                    <a:pt x="2138319" y="3500271"/>
                  </a:lnTo>
                  <a:lnTo>
                    <a:pt x="2141243" y="3549700"/>
                  </a:lnTo>
                  <a:lnTo>
                    <a:pt x="2143522" y="3599258"/>
                  </a:lnTo>
                  <a:lnTo>
                    <a:pt x="2145155" y="3648939"/>
                  </a:lnTo>
                  <a:lnTo>
                    <a:pt x="2146137" y="3698736"/>
                  </a:lnTo>
                  <a:lnTo>
                    <a:pt x="2146466" y="3748645"/>
                  </a:lnTo>
                  <a:lnTo>
                    <a:pt x="2146137" y="3798613"/>
                  </a:lnTo>
                  <a:lnTo>
                    <a:pt x="2145152" y="3848468"/>
                  </a:lnTo>
                  <a:lnTo>
                    <a:pt x="2143515" y="3898204"/>
                  </a:lnTo>
                  <a:lnTo>
                    <a:pt x="2141230" y="3947816"/>
                  </a:lnTo>
                  <a:lnTo>
                    <a:pt x="2138301" y="3997298"/>
                  </a:lnTo>
                  <a:lnTo>
                    <a:pt x="2134729" y="4046645"/>
                  </a:lnTo>
                  <a:lnTo>
                    <a:pt x="2130520" y="4095851"/>
                  </a:lnTo>
                  <a:lnTo>
                    <a:pt x="2125677" y="4144910"/>
                  </a:lnTo>
                  <a:lnTo>
                    <a:pt x="2120204" y="4193817"/>
                  </a:lnTo>
                  <a:lnTo>
                    <a:pt x="2114103" y="4242567"/>
                  </a:lnTo>
                  <a:lnTo>
                    <a:pt x="2107379" y="4291153"/>
                  </a:lnTo>
                  <a:lnTo>
                    <a:pt x="2100035" y="4339571"/>
                  </a:lnTo>
                  <a:lnTo>
                    <a:pt x="2092075" y="4387814"/>
                  </a:lnTo>
                  <a:lnTo>
                    <a:pt x="2083502" y="4435877"/>
                  </a:lnTo>
                  <a:lnTo>
                    <a:pt x="2074320" y="4483754"/>
                  </a:lnTo>
                  <a:lnTo>
                    <a:pt x="2064532" y="4531440"/>
                  </a:lnTo>
                  <a:lnTo>
                    <a:pt x="2054142" y="4578930"/>
                  </a:lnTo>
                  <a:lnTo>
                    <a:pt x="2043154" y="4626217"/>
                  </a:lnTo>
                  <a:lnTo>
                    <a:pt x="2031571" y="4673296"/>
                  </a:lnTo>
                  <a:lnTo>
                    <a:pt x="2019397" y="4720162"/>
                  </a:lnTo>
                  <a:lnTo>
                    <a:pt x="2006635" y="4766809"/>
                  </a:lnTo>
                  <a:lnTo>
                    <a:pt x="1993289" y="4813231"/>
                  </a:lnTo>
                  <a:lnTo>
                    <a:pt x="1979362" y="4859423"/>
                  </a:lnTo>
                  <a:lnTo>
                    <a:pt x="1964859" y="4905379"/>
                  </a:lnTo>
                  <a:lnTo>
                    <a:pt x="1949782" y="4951094"/>
                  </a:lnTo>
                  <a:lnTo>
                    <a:pt x="1934135" y="4996561"/>
                  </a:lnTo>
                  <a:lnTo>
                    <a:pt x="1917922" y="5041776"/>
                  </a:lnTo>
                  <a:lnTo>
                    <a:pt x="1901146" y="5086734"/>
                  </a:lnTo>
                  <a:lnTo>
                    <a:pt x="1883811" y="5131427"/>
                  </a:lnTo>
                  <a:lnTo>
                    <a:pt x="1865921" y="5175851"/>
                  </a:lnTo>
                  <a:lnTo>
                    <a:pt x="1847478" y="5220000"/>
                  </a:lnTo>
                  <a:lnTo>
                    <a:pt x="1828487" y="5263869"/>
                  </a:lnTo>
                  <a:lnTo>
                    <a:pt x="1808952" y="5307452"/>
                  </a:lnTo>
                  <a:lnTo>
                    <a:pt x="1788875" y="5350743"/>
                  </a:lnTo>
                  <a:lnTo>
                    <a:pt x="1768260" y="5393737"/>
                  </a:lnTo>
                  <a:lnTo>
                    <a:pt x="1747112" y="5436428"/>
                  </a:lnTo>
                  <a:lnTo>
                    <a:pt x="1725432" y="5478811"/>
                  </a:lnTo>
                  <a:lnTo>
                    <a:pt x="1703226" y="5520879"/>
                  </a:lnTo>
                  <a:lnTo>
                    <a:pt x="1680496" y="5562629"/>
                  </a:lnTo>
                  <a:lnTo>
                    <a:pt x="1657247" y="5604053"/>
                  </a:lnTo>
                  <a:lnTo>
                    <a:pt x="1633481" y="5645147"/>
                  </a:lnTo>
                  <a:lnTo>
                    <a:pt x="1609203" y="5685904"/>
                  </a:lnTo>
                  <a:lnTo>
                    <a:pt x="1584416" y="5726320"/>
                  </a:lnTo>
                  <a:lnTo>
                    <a:pt x="1559123" y="5766388"/>
                  </a:lnTo>
                  <a:lnTo>
                    <a:pt x="1533328" y="5806103"/>
                  </a:lnTo>
                  <a:lnTo>
                    <a:pt x="1507034" y="5845460"/>
                  </a:lnTo>
                  <a:lnTo>
                    <a:pt x="1480246" y="5884452"/>
                  </a:lnTo>
                  <a:lnTo>
                    <a:pt x="1452967" y="5923075"/>
                  </a:lnTo>
                  <a:lnTo>
                    <a:pt x="1425200" y="5961323"/>
                  </a:lnTo>
                  <a:lnTo>
                    <a:pt x="1396949" y="5999189"/>
                  </a:lnTo>
                  <a:lnTo>
                    <a:pt x="1368217" y="6036669"/>
                  </a:lnTo>
                  <a:lnTo>
                    <a:pt x="1339009" y="6073757"/>
                  </a:lnTo>
                  <a:lnTo>
                    <a:pt x="1309327" y="6110448"/>
                  </a:lnTo>
                  <a:lnTo>
                    <a:pt x="1279175" y="6146735"/>
                  </a:lnTo>
                  <a:lnTo>
                    <a:pt x="1248557" y="6182614"/>
                  </a:lnTo>
                  <a:lnTo>
                    <a:pt x="1217477" y="6218078"/>
                  </a:lnTo>
                  <a:lnTo>
                    <a:pt x="1185937" y="6253122"/>
                  </a:lnTo>
                  <a:lnTo>
                    <a:pt x="1153942" y="6287741"/>
                  </a:lnTo>
                  <a:lnTo>
                    <a:pt x="1121495" y="6321928"/>
                  </a:lnTo>
                  <a:lnTo>
                    <a:pt x="1088599" y="6355679"/>
                  </a:lnTo>
                  <a:lnTo>
                    <a:pt x="1055259" y="6388988"/>
                  </a:lnTo>
                  <a:lnTo>
                    <a:pt x="1021478" y="6421848"/>
                  </a:lnTo>
                  <a:lnTo>
                    <a:pt x="987259" y="6454256"/>
                  </a:lnTo>
                  <a:lnTo>
                    <a:pt x="952605" y="6486204"/>
                  </a:lnTo>
                  <a:lnTo>
                    <a:pt x="917522" y="6517688"/>
                  </a:lnTo>
                  <a:lnTo>
                    <a:pt x="882011" y="6548702"/>
                  </a:lnTo>
                  <a:lnTo>
                    <a:pt x="846077" y="6579240"/>
                  </a:lnTo>
                  <a:lnTo>
                    <a:pt x="809724" y="6609296"/>
                  </a:lnTo>
                  <a:lnTo>
                    <a:pt x="772954" y="6638866"/>
                  </a:lnTo>
                  <a:lnTo>
                    <a:pt x="735771" y="6667943"/>
                  </a:lnTo>
                  <a:lnTo>
                    <a:pt x="698180" y="6696522"/>
                  </a:lnTo>
                  <a:lnTo>
                    <a:pt x="660183" y="6724598"/>
                  </a:lnTo>
                  <a:lnTo>
                    <a:pt x="621784" y="6752164"/>
                  </a:lnTo>
                  <a:lnTo>
                    <a:pt x="582986" y="6779215"/>
                  </a:lnTo>
                  <a:lnTo>
                    <a:pt x="543794" y="6805747"/>
                  </a:lnTo>
                  <a:lnTo>
                    <a:pt x="504211" y="6831752"/>
                  </a:lnTo>
                  <a:lnTo>
                    <a:pt x="464240" y="6857225"/>
                  </a:lnTo>
                  <a:lnTo>
                    <a:pt x="423885" y="6882162"/>
                  </a:lnTo>
                  <a:lnTo>
                    <a:pt x="383150" y="6906556"/>
                  </a:lnTo>
                  <a:lnTo>
                    <a:pt x="342037" y="6930401"/>
                  </a:lnTo>
                  <a:lnTo>
                    <a:pt x="300552" y="6953693"/>
                  </a:lnTo>
                  <a:lnTo>
                    <a:pt x="258696" y="6976425"/>
                  </a:lnTo>
                  <a:lnTo>
                    <a:pt x="216475" y="6998592"/>
                  </a:lnTo>
                  <a:lnTo>
                    <a:pt x="173891" y="7020189"/>
                  </a:lnTo>
                  <a:lnTo>
                    <a:pt x="130948" y="7041209"/>
                  </a:lnTo>
                  <a:lnTo>
                    <a:pt x="87649" y="7061648"/>
                  </a:lnTo>
                  <a:lnTo>
                    <a:pt x="43998" y="7081499"/>
                  </a:lnTo>
                  <a:lnTo>
                    <a:pt x="0" y="7100758"/>
                  </a:lnTo>
                  <a:lnTo>
                    <a:pt x="163569" y="7519255"/>
                  </a:lnTo>
                  <a:lnTo>
                    <a:pt x="207887" y="7500100"/>
                  </a:lnTo>
                  <a:lnTo>
                    <a:pt x="251894" y="7480416"/>
                  </a:lnTo>
                  <a:lnTo>
                    <a:pt x="295588" y="7460206"/>
                  </a:lnTo>
                  <a:lnTo>
                    <a:pt x="338965" y="7439477"/>
                  </a:lnTo>
                  <a:lnTo>
                    <a:pt x="382022" y="7418231"/>
                  </a:lnTo>
                  <a:lnTo>
                    <a:pt x="424757" y="7396473"/>
                  </a:lnTo>
                  <a:lnTo>
                    <a:pt x="467167" y="7374208"/>
                  </a:lnTo>
                  <a:lnTo>
                    <a:pt x="509249" y="7351441"/>
                  </a:lnTo>
                  <a:lnTo>
                    <a:pt x="551001" y="7328174"/>
                  </a:lnTo>
                  <a:lnTo>
                    <a:pt x="592418" y="7304414"/>
                  </a:lnTo>
                  <a:lnTo>
                    <a:pt x="633499" y="7280165"/>
                  </a:lnTo>
                  <a:lnTo>
                    <a:pt x="674241" y="7255430"/>
                  </a:lnTo>
                  <a:lnTo>
                    <a:pt x="714641" y="7230214"/>
                  </a:lnTo>
                  <a:lnTo>
                    <a:pt x="754695" y="7204522"/>
                  </a:lnTo>
                  <a:lnTo>
                    <a:pt x="794401" y="7178359"/>
                  </a:lnTo>
                  <a:lnTo>
                    <a:pt x="833757" y="7151727"/>
                  </a:lnTo>
                  <a:lnTo>
                    <a:pt x="872759" y="7124633"/>
                  </a:lnTo>
                  <a:lnTo>
                    <a:pt x="911404" y="7097080"/>
                  </a:lnTo>
                  <a:lnTo>
                    <a:pt x="949691" y="7069073"/>
                  </a:lnTo>
                  <a:lnTo>
                    <a:pt x="987615" y="7040616"/>
                  </a:lnTo>
                  <a:lnTo>
                    <a:pt x="1025173" y="7011714"/>
                  </a:lnTo>
                  <a:lnTo>
                    <a:pt x="1062364" y="6982371"/>
                  </a:lnTo>
                  <a:lnTo>
                    <a:pt x="1099185" y="6952592"/>
                  </a:lnTo>
                  <a:lnTo>
                    <a:pt x="1135631" y="6922380"/>
                  </a:lnTo>
                  <a:lnTo>
                    <a:pt x="1171701" y="6891741"/>
                  </a:lnTo>
                  <a:lnTo>
                    <a:pt x="1207392" y="6860678"/>
                  </a:lnTo>
                  <a:lnTo>
                    <a:pt x="1242701" y="6829197"/>
                  </a:lnTo>
                  <a:lnTo>
                    <a:pt x="1277624" y="6797301"/>
                  </a:lnTo>
                  <a:lnTo>
                    <a:pt x="1312160" y="6764996"/>
                  </a:lnTo>
                  <a:lnTo>
                    <a:pt x="1346305" y="6732284"/>
                  </a:lnTo>
                  <a:lnTo>
                    <a:pt x="1380056" y="6699172"/>
                  </a:lnTo>
                  <a:lnTo>
                    <a:pt x="1413411" y="6665663"/>
                  </a:lnTo>
                  <a:lnTo>
                    <a:pt x="1446367" y="6631762"/>
                  </a:lnTo>
                  <a:lnTo>
                    <a:pt x="1478921" y="6597473"/>
                  </a:lnTo>
                  <a:lnTo>
                    <a:pt x="1511069" y="6562800"/>
                  </a:lnTo>
                  <a:lnTo>
                    <a:pt x="1542810" y="6527749"/>
                  </a:lnTo>
                  <a:lnTo>
                    <a:pt x="1574140" y="6492323"/>
                  </a:lnTo>
                  <a:lnTo>
                    <a:pt x="1605056" y="6456526"/>
                  </a:lnTo>
                  <a:lnTo>
                    <a:pt x="1635556" y="6420364"/>
                  </a:lnTo>
                  <a:lnTo>
                    <a:pt x="1665637" y="6383841"/>
                  </a:lnTo>
                  <a:lnTo>
                    <a:pt x="1695296" y="6346961"/>
                  </a:lnTo>
                  <a:lnTo>
                    <a:pt x="1724529" y="6309728"/>
                  </a:lnTo>
                  <a:lnTo>
                    <a:pt x="1753335" y="6272148"/>
                  </a:lnTo>
                  <a:lnTo>
                    <a:pt x="1781710" y="6234223"/>
                  </a:lnTo>
                  <a:lnTo>
                    <a:pt x="1809652" y="6195960"/>
                  </a:lnTo>
                  <a:lnTo>
                    <a:pt x="1837157" y="6157362"/>
                  </a:lnTo>
                  <a:lnTo>
                    <a:pt x="1864223" y="6118433"/>
                  </a:lnTo>
                  <a:lnTo>
                    <a:pt x="1890847" y="6079179"/>
                  </a:lnTo>
                  <a:lnTo>
                    <a:pt x="1917026" y="6039603"/>
                  </a:lnTo>
                  <a:lnTo>
                    <a:pt x="1942758" y="5999710"/>
                  </a:lnTo>
                  <a:lnTo>
                    <a:pt x="1968038" y="5959504"/>
                  </a:lnTo>
                  <a:lnTo>
                    <a:pt x="1992865" y="5918990"/>
                  </a:lnTo>
                  <a:lnTo>
                    <a:pt x="2017236" y="5878172"/>
                  </a:lnTo>
                  <a:lnTo>
                    <a:pt x="2041148" y="5837055"/>
                  </a:lnTo>
                  <a:lnTo>
                    <a:pt x="2064597" y="5795643"/>
                  </a:lnTo>
                  <a:lnTo>
                    <a:pt x="2087582" y="5753941"/>
                  </a:lnTo>
                  <a:lnTo>
                    <a:pt x="2110098" y="5711952"/>
                  </a:lnTo>
                  <a:lnTo>
                    <a:pt x="2132145" y="5669682"/>
                  </a:lnTo>
                  <a:lnTo>
                    <a:pt x="2153717" y="5627134"/>
                  </a:lnTo>
                  <a:lnTo>
                    <a:pt x="2174814" y="5584313"/>
                  </a:lnTo>
                  <a:lnTo>
                    <a:pt x="2195431" y="5541224"/>
                  </a:lnTo>
                  <a:lnTo>
                    <a:pt x="2215566" y="5497872"/>
                  </a:lnTo>
                  <a:lnTo>
                    <a:pt x="2235217" y="5454259"/>
                  </a:lnTo>
                  <a:lnTo>
                    <a:pt x="2254379" y="5410391"/>
                  </a:lnTo>
                  <a:lnTo>
                    <a:pt x="2273051" y="5366273"/>
                  </a:lnTo>
                  <a:lnTo>
                    <a:pt x="2291230" y="5321908"/>
                  </a:lnTo>
                  <a:lnTo>
                    <a:pt x="2308912" y="5277302"/>
                  </a:lnTo>
                  <a:lnTo>
                    <a:pt x="2326095" y="5232458"/>
                  </a:lnTo>
                  <a:lnTo>
                    <a:pt x="2342777" y="5187381"/>
                  </a:lnTo>
                  <a:lnTo>
                    <a:pt x="2358953" y="5142075"/>
                  </a:lnTo>
                  <a:lnTo>
                    <a:pt x="2374622" y="5096545"/>
                  </a:lnTo>
                  <a:lnTo>
                    <a:pt x="2389780" y="5050795"/>
                  </a:lnTo>
                  <a:lnTo>
                    <a:pt x="2404424" y="5004830"/>
                  </a:lnTo>
                  <a:lnTo>
                    <a:pt x="2418553" y="4958655"/>
                  </a:lnTo>
                  <a:lnTo>
                    <a:pt x="2432162" y="4912272"/>
                  </a:lnTo>
                  <a:lnTo>
                    <a:pt x="2445249" y="4865688"/>
                  </a:lnTo>
                  <a:lnTo>
                    <a:pt x="2457812" y="4818906"/>
                  </a:lnTo>
                  <a:lnTo>
                    <a:pt x="2469847" y="4771930"/>
                  </a:lnTo>
                  <a:lnTo>
                    <a:pt x="2481351" y="4724766"/>
                  </a:lnTo>
                  <a:lnTo>
                    <a:pt x="2492322" y="4677417"/>
                  </a:lnTo>
                  <a:lnTo>
                    <a:pt x="2502757" y="4629889"/>
                  </a:lnTo>
                  <a:lnTo>
                    <a:pt x="2512652" y="4582185"/>
                  </a:lnTo>
                  <a:lnTo>
                    <a:pt x="2522006" y="4534310"/>
                  </a:lnTo>
                  <a:lnTo>
                    <a:pt x="2530815" y="4486268"/>
                  </a:lnTo>
                  <a:lnTo>
                    <a:pt x="2539076" y="4438064"/>
                  </a:lnTo>
                  <a:lnTo>
                    <a:pt x="2546787" y="4389702"/>
                  </a:lnTo>
                  <a:lnTo>
                    <a:pt x="2553944" y="4341186"/>
                  </a:lnTo>
                  <a:lnTo>
                    <a:pt x="2560546" y="4292522"/>
                  </a:lnTo>
                  <a:lnTo>
                    <a:pt x="2566588" y="4243713"/>
                  </a:lnTo>
                  <a:lnTo>
                    <a:pt x="2572068" y="4194764"/>
                  </a:lnTo>
                  <a:lnTo>
                    <a:pt x="2576984" y="4145679"/>
                  </a:lnTo>
                  <a:lnTo>
                    <a:pt x="2581331" y="4096463"/>
                  </a:lnTo>
                  <a:lnTo>
                    <a:pt x="2585109" y="4047120"/>
                  </a:lnTo>
                  <a:lnTo>
                    <a:pt x="2588313" y="3997654"/>
                  </a:lnTo>
                  <a:lnTo>
                    <a:pt x="2590941" y="3948071"/>
                  </a:lnTo>
                  <a:lnTo>
                    <a:pt x="2592990" y="3898374"/>
                  </a:lnTo>
                  <a:lnTo>
                    <a:pt x="2594457" y="3848567"/>
                  </a:lnTo>
                  <a:lnTo>
                    <a:pt x="2595339" y="3798656"/>
                  </a:lnTo>
                  <a:lnTo>
                    <a:pt x="2595634" y="3748645"/>
                  </a:lnTo>
                  <a:lnTo>
                    <a:pt x="2595341" y="3698753"/>
                  </a:lnTo>
                  <a:lnTo>
                    <a:pt x="2594463" y="3648960"/>
                  </a:lnTo>
                  <a:lnTo>
                    <a:pt x="2593002" y="3599270"/>
                  </a:lnTo>
                  <a:lnTo>
                    <a:pt x="2590963" y="3549687"/>
                  </a:lnTo>
                  <a:lnTo>
                    <a:pt x="2588348" y="3500216"/>
                  </a:lnTo>
                  <a:lnTo>
                    <a:pt x="2585158" y="3450862"/>
                  </a:lnTo>
                  <a:lnTo>
                    <a:pt x="2581398" y="3401628"/>
                  </a:lnTo>
                  <a:lnTo>
                    <a:pt x="2577070" y="3352519"/>
                  </a:lnTo>
                  <a:lnTo>
                    <a:pt x="2572177" y="3303540"/>
                  </a:lnTo>
                  <a:lnTo>
                    <a:pt x="2566722" y="3254695"/>
                  </a:lnTo>
                  <a:lnTo>
                    <a:pt x="2560707" y="3205988"/>
                  </a:lnTo>
                  <a:lnTo>
                    <a:pt x="2554135" y="3157424"/>
                  </a:lnTo>
                  <a:lnTo>
                    <a:pt x="2547010" y="3109008"/>
                  </a:lnTo>
                  <a:lnTo>
                    <a:pt x="2539333" y="3060743"/>
                  </a:lnTo>
                  <a:lnTo>
                    <a:pt x="2531108" y="3012634"/>
                  </a:lnTo>
                  <a:lnTo>
                    <a:pt x="2522338" y="2964685"/>
                  </a:lnTo>
                  <a:lnTo>
                    <a:pt x="2513025" y="2916902"/>
                  </a:lnTo>
                  <a:lnTo>
                    <a:pt x="2503172" y="2869287"/>
                  </a:lnTo>
                  <a:lnTo>
                    <a:pt x="2492781" y="2821847"/>
                  </a:lnTo>
                  <a:lnTo>
                    <a:pt x="2481857" y="2774584"/>
                  </a:lnTo>
                  <a:lnTo>
                    <a:pt x="2470401" y="2727505"/>
                  </a:lnTo>
                  <a:lnTo>
                    <a:pt x="2458417" y="2680612"/>
                  </a:lnTo>
                  <a:lnTo>
                    <a:pt x="2445906" y="2633910"/>
                  </a:lnTo>
                  <a:lnTo>
                    <a:pt x="2432873" y="2587405"/>
                  </a:lnTo>
                  <a:lnTo>
                    <a:pt x="2419319" y="2541099"/>
                  </a:lnTo>
                  <a:lnTo>
                    <a:pt x="2405248" y="2494999"/>
                  </a:lnTo>
                  <a:lnTo>
                    <a:pt x="2390662" y="2449107"/>
                  </a:lnTo>
                  <a:lnTo>
                    <a:pt x="2375565" y="2403429"/>
                  </a:lnTo>
                  <a:lnTo>
                    <a:pt x="2359958" y="2357969"/>
                  </a:lnTo>
                  <a:lnTo>
                    <a:pt x="2343846" y="2312731"/>
                  </a:lnTo>
                  <a:lnTo>
                    <a:pt x="2327230" y="2267720"/>
                  </a:lnTo>
                  <a:lnTo>
                    <a:pt x="2310113" y="2222940"/>
                  </a:lnTo>
                  <a:lnTo>
                    <a:pt x="2292498" y="2178396"/>
                  </a:lnTo>
                  <a:lnTo>
                    <a:pt x="2274389" y="2134091"/>
                  </a:lnTo>
                  <a:lnTo>
                    <a:pt x="2255787" y="2090031"/>
                  </a:lnTo>
                  <a:lnTo>
                    <a:pt x="2236696" y="2046220"/>
                  </a:lnTo>
                  <a:lnTo>
                    <a:pt x="2217119" y="2002662"/>
                  </a:lnTo>
                  <a:lnTo>
                    <a:pt x="2197057" y="1959362"/>
                  </a:lnTo>
                  <a:lnTo>
                    <a:pt x="2176515" y="1916324"/>
                  </a:lnTo>
                  <a:lnTo>
                    <a:pt x="2155495" y="1873553"/>
                  </a:lnTo>
                  <a:lnTo>
                    <a:pt x="2133999" y="1831052"/>
                  </a:lnTo>
                  <a:lnTo>
                    <a:pt x="2112031" y="1788827"/>
                  </a:lnTo>
                  <a:lnTo>
                    <a:pt x="2089593" y="1746882"/>
                  </a:lnTo>
                  <a:lnTo>
                    <a:pt x="2066688" y="1705220"/>
                  </a:lnTo>
                  <a:lnTo>
                    <a:pt x="2043319" y="1663848"/>
                  </a:lnTo>
                  <a:lnTo>
                    <a:pt x="2019489" y="1622768"/>
                  </a:lnTo>
                  <a:lnTo>
                    <a:pt x="1995200" y="1581986"/>
                  </a:lnTo>
                  <a:lnTo>
                    <a:pt x="1970455" y="1541506"/>
                  </a:lnTo>
                  <a:lnTo>
                    <a:pt x="1945258" y="1501331"/>
                  </a:lnTo>
                  <a:lnTo>
                    <a:pt x="1919611" y="1461468"/>
                  </a:lnTo>
                  <a:lnTo>
                    <a:pt x="1893516" y="1421920"/>
                  </a:lnTo>
                  <a:lnTo>
                    <a:pt x="1866977" y="1382691"/>
                  </a:lnTo>
                  <a:lnTo>
                    <a:pt x="1839996" y="1343786"/>
                  </a:lnTo>
                  <a:lnTo>
                    <a:pt x="1812576" y="1305210"/>
                  </a:lnTo>
                  <a:lnTo>
                    <a:pt x="1784721" y="1266966"/>
                  </a:lnTo>
                  <a:lnTo>
                    <a:pt x="1756432" y="1229060"/>
                  </a:lnTo>
                  <a:lnTo>
                    <a:pt x="1727713" y="1191495"/>
                  </a:lnTo>
                  <a:lnTo>
                    <a:pt x="1698566" y="1154276"/>
                  </a:lnTo>
                  <a:lnTo>
                    <a:pt x="1668994" y="1117408"/>
                  </a:lnTo>
                  <a:lnTo>
                    <a:pt x="1639000" y="1080895"/>
                  </a:lnTo>
                  <a:lnTo>
                    <a:pt x="1608587" y="1044741"/>
                  </a:lnTo>
                  <a:lnTo>
                    <a:pt x="1577758" y="1008950"/>
                  </a:lnTo>
                  <a:lnTo>
                    <a:pt x="1546515" y="973528"/>
                  </a:lnTo>
                  <a:lnTo>
                    <a:pt x="1514861" y="938478"/>
                  </a:lnTo>
                  <a:lnTo>
                    <a:pt x="1482799" y="903806"/>
                  </a:lnTo>
                  <a:lnTo>
                    <a:pt x="1450333" y="869514"/>
                  </a:lnTo>
                  <a:lnTo>
                    <a:pt x="1417463" y="835609"/>
                  </a:lnTo>
                  <a:lnTo>
                    <a:pt x="1384195" y="802093"/>
                  </a:lnTo>
                  <a:lnTo>
                    <a:pt x="1350529" y="768973"/>
                  </a:lnTo>
                  <a:lnTo>
                    <a:pt x="1316470" y="736251"/>
                  </a:lnTo>
                  <a:lnTo>
                    <a:pt x="1282019" y="703933"/>
                  </a:lnTo>
                  <a:lnTo>
                    <a:pt x="1247180" y="672022"/>
                  </a:lnTo>
                  <a:lnTo>
                    <a:pt x="1211956" y="640524"/>
                  </a:lnTo>
                  <a:lnTo>
                    <a:pt x="1176349" y="609443"/>
                  </a:lnTo>
                  <a:lnTo>
                    <a:pt x="1140362" y="578783"/>
                  </a:lnTo>
                  <a:lnTo>
                    <a:pt x="1103997" y="548549"/>
                  </a:lnTo>
                  <a:lnTo>
                    <a:pt x="1067259" y="518744"/>
                  </a:lnTo>
                  <a:lnTo>
                    <a:pt x="1030149" y="489374"/>
                  </a:lnTo>
                  <a:lnTo>
                    <a:pt x="992671" y="460443"/>
                  </a:lnTo>
                  <a:lnTo>
                    <a:pt x="954826" y="431955"/>
                  </a:lnTo>
                  <a:lnTo>
                    <a:pt x="916619" y="403914"/>
                  </a:lnTo>
                  <a:lnTo>
                    <a:pt x="878051" y="376326"/>
                  </a:lnTo>
                  <a:lnTo>
                    <a:pt x="839126" y="349194"/>
                  </a:lnTo>
                  <a:lnTo>
                    <a:pt x="799846" y="322523"/>
                  </a:lnTo>
                  <a:lnTo>
                    <a:pt x="760214" y="296317"/>
                  </a:lnTo>
                  <a:lnTo>
                    <a:pt x="720233" y="270582"/>
                  </a:lnTo>
                  <a:lnTo>
                    <a:pt x="679906" y="245320"/>
                  </a:lnTo>
                  <a:lnTo>
                    <a:pt x="639236" y="220537"/>
                  </a:lnTo>
                  <a:lnTo>
                    <a:pt x="598225" y="196237"/>
                  </a:lnTo>
                  <a:lnTo>
                    <a:pt x="556876" y="172424"/>
                  </a:lnTo>
                  <a:lnTo>
                    <a:pt x="515192" y="149103"/>
                  </a:lnTo>
                  <a:lnTo>
                    <a:pt x="473176" y="126278"/>
                  </a:lnTo>
                  <a:lnTo>
                    <a:pt x="430831" y="103954"/>
                  </a:lnTo>
                  <a:lnTo>
                    <a:pt x="388159" y="82136"/>
                  </a:lnTo>
                  <a:lnTo>
                    <a:pt x="345163" y="60826"/>
                  </a:lnTo>
                  <a:lnTo>
                    <a:pt x="301846" y="40031"/>
                  </a:lnTo>
                  <a:lnTo>
                    <a:pt x="258211" y="19754"/>
                  </a:lnTo>
                  <a:lnTo>
                    <a:pt x="214261" y="0"/>
                  </a:lnTo>
                  <a:close/>
                </a:path>
              </a:pathLst>
            </a:custGeom>
            <a:solidFill>
              <a:srgbClr val="1FE5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36728" y="2022280"/>
              <a:ext cx="2595880" cy="7519670"/>
            </a:xfrm>
            <a:custGeom>
              <a:avLst/>
              <a:gdLst/>
              <a:ahLst/>
              <a:cxnLst/>
              <a:rect l="l" t="t" r="r" b="b"/>
              <a:pathLst>
                <a:path w="2595879" h="7519670">
                  <a:moveTo>
                    <a:pt x="214261" y="0"/>
                  </a:moveTo>
                  <a:lnTo>
                    <a:pt x="258211" y="19754"/>
                  </a:lnTo>
                  <a:lnTo>
                    <a:pt x="301846" y="40031"/>
                  </a:lnTo>
                  <a:lnTo>
                    <a:pt x="345163" y="60826"/>
                  </a:lnTo>
                  <a:lnTo>
                    <a:pt x="388159" y="82136"/>
                  </a:lnTo>
                  <a:lnTo>
                    <a:pt x="430831" y="103954"/>
                  </a:lnTo>
                  <a:lnTo>
                    <a:pt x="473176" y="126278"/>
                  </a:lnTo>
                  <a:lnTo>
                    <a:pt x="515192" y="149103"/>
                  </a:lnTo>
                  <a:lnTo>
                    <a:pt x="556876" y="172424"/>
                  </a:lnTo>
                  <a:lnTo>
                    <a:pt x="598225" y="196237"/>
                  </a:lnTo>
                  <a:lnTo>
                    <a:pt x="639236" y="220537"/>
                  </a:lnTo>
                  <a:lnTo>
                    <a:pt x="679906" y="245320"/>
                  </a:lnTo>
                  <a:lnTo>
                    <a:pt x="720233" y="270582"/>
                  </a:lnTo>
                  <a:lnTo>
                    <a:pt x="760214" y="296317"/>
                  </a:lnTo>
                  <a:lnTo>
                    <a:pt x="799846" y="322523"/>
                  </a:lnTo>
                  <a:lnTo>
                    <a:pt x="839126" y="349194"/>
                  </a:lnTo>
                  <a:lnTo>
                    <a:pt x="878051" y="376326"/>
                  </a:lnTo>
                  <a:lnTo>
                    <a:pt x="916619" y="403914"/>
                  </a:lnTo>
                  <a:lnTo>
                    <a:pt x="954826" y="431955"/>
                  </a:lnTo>
                  <a:lnTo>
                    <a:pt x="992671" y="460443"/>
                  </a:lnTo>
                  <a:lnTo>
                    <a:pt x="1030149" y="489374"/>
                  </a:lnTo>
                  <a:lnTo>
                    <a:pt x="1067259" y="518744"/>
                  </a:lnTo>
                  <a:lnTo>
                    <a:pt x="1103997" y="548549"/>
                  </a:lnTo>
                  <a:lnTo>
                    <a:pt x="1140362" y="578783"/>
                  </a:lnTo>
                  <a:lnTo>
                    <a:pt x="1176349" y="609443"/>
                  </a:lnTo>
                  <a:lnTo>
                    <a:pt x="1211956" y="640524"/>
                  </a:lnTo>
                  <a:lnTo>
                    <a:pt x="1247180" y="672022"/>
                  </a:lnTo>
                  <a:lnTo>
                    <a:pt x="1282019" y="703933"/>
                  </a:lnTo>
                  <a:lnTo>
                    <a:pt x="1316470" y="736251"/>
                  </a:lnTo>
                  <a:lnTo>
                    <a:pt x="1350529" y="768973"/>
                  </a:lnTo>
                  <a:lnTo>
                    <a:pt x="1384195" y="802093"/>
                  </a:lnTo>
                  <a:lnTo>
                    <a:pt x="1417463" y="835609"/>
                  </a:lnTo>
                  <a:lnTo>
                    <a:pt x="1450333" y="869514"/>
                  </a:lnTo>
                  <a:lnTo>
                    <a:pt x="1482799" y="903806"/>
                  </a:lnTo>
                  <a:lnTo>
                    <a:pt x="1514861" y="938478"/>
                  </a:lnTo>
                  <a:lnTo>
                    <a:pt x="1546515" y="973528"/>
                  </a:lnTo>
                  <a:lnTo>
                    <a:pt x="1577758" y="1008950"/>
                  </a:lnTo>
                  <a:lnTo>
                    <a:pt x="1608587" y="1044741"/>
                  </a:lnTo>
                  <a:lnTo>
                    <a:pt x="1639000" y="1080895"/>
                  </a:lnTo>
                  <a:lnTo>
                    <a:pt x="1668994" y="1117408"/>
                  </a:lnTo>
                  <a:lnTo>
                    <a:pt x="1698566" y="1154276"/>
                  </a:lnTo>
                  <a:lnTo>
                    <a:pt x="1727713" y="1191495"/>
                  </a:lnTo>
                  <a:lnTo>
                    <a:pt x="1756432" y="1229060"/>
                  </a:lnTo>
                  <a:lnTo>
                    <a:pt x="1784721" y="1266966"/>
                  </a:lnTo>
                  <a:lnTo>
                    <a:pt x="1812576" y="1305210"/>
                  </a:lnTo>
                  <a:lnTo>
                    <a:pt x="1839996" y="1343786"/>
                  </a:lnTo>
                  <a:lnTo>
                    <a:pt x="1866977" y="1382691"/>
                  </a:lnTo>
                  <a:lnTo>
                    <a:pt x="1893516" y="1421920"/>
                  </a:lnTo>
                  <a:lnTo>
                    <a:pt x="1919611" y="1461468"/>
                  </a:lnTo>
                  <a:lnTo>
                    <a:pt x="1945258" y="1501331"/>
                  </a:lnTo>
                  <a:lnTo>
                    <a:pt x="1970455" y="1541506"/>
                  </a:lnTo>
                  <a:lnTo>
                    <a:pt x="1995200" y="1581986"/>
                  </a:lnTo>
                  <a:lnTo>
                    <a:pt x="2019489" y="1622768"/>
                  </a:lnTo>
                  <a:lnTo>
                    <a:pt x="2043319" y="1663848"/>
                  </a:lnTo>
                  <a:lnTo>
                    <a:pt x="2066688" y="1705220"/>
                  </a:lnTo>
                  <a:lnTo>
                    <a:pt x="2089593" y="1746882"/>
                  </a:lnTo>
                  <a:lnTo>
                    <a:pt x="2112031" y="1788827"/>
                  </a:lnTo>
                  <a:lnTo>
                    <a:pt x="2133999" y="1831052"/>
                  </a:lnTo>
                  <a:lnTo>
                    <a:pt x="2155495" y="1873553"/>
                  </a:lnTo>
                  <a:lnTo>
                    <a:pt x="2176515" y="1916324"/>
                  </a:lnTo>
                  <a:lnTo>
                    <a:pt x="2197057" y="1959362"/>
                  </a:lnTo>
                  <a:lnTo>
                    <a:pt x="2217119" y="2002662"/>
                  </a:lnTo>
                  <a:lnTo>
                    <a:pt x="2236696" y="2046220"/>
                  </a:lnTo>
                  <a:lnTo>
                    <a:pt x="2255787" y="2090031"/>
                  </a:lnTo>
                  <a:lnTo>
                    <a:pt x="2274389" y="2134091"/>
                  </a:lnTo>
                  <a:lnTo>
                    <a:pt x="2292498" y="2178396"/>
                  </a:lnTo>
                  <a:lnTo>
                    <a:pt x="2310113" y="2222940"/>
                  </a:lnTo>
                  <a:lnTo>
                    <a:pt x="2327230" y="2267720"/>
                  </a:lnTo>
                  <a:lnTo>
                    <a:pt x="2343846" y="2312731"/>
                  </a:lnTo>
                  <a:lnTo>
                    <a:pt x="2359958" y="2357969"/>
                  </a:lnTo>
                  <a:lnTo>
                    <a:pt x="2375565" y="2403429"/>
                  </a:lnTo>
                  <a:lnTo>
                    <a:pt x="2390662" y="2449107"/>
                  </a:lnTo>
                  <a:lnTo>
                    <a:pt x="2405248" y="2494999"/>
                  </a:lnTo>
                  <a:lnTo>
                    <a:pt x="2419319" y="2541099"/>
                  </a:lnTo>
                  <a:lnTo>
                    <a:pt x="2432873" y="2587405"/>
                  </a:lnTo>
                  <a:lnTo>
                    <a:pt x="2445906" y="2633910"/>
                  </a:lnTo>
                  <a:lnTo>
                    <a:pt x="2458417" y="2680612"/>
                  </a:lnTo>
                  <a:lnTo>
                    <a:pt x="2470401" y="2727505"/>
                  </a:lnTo>
                  <a:lnTo>
                    <a:pt x="2481857" y="2774584"/>
                  </a:lnTo>
                  <a:lnTo>
                    <a:pt x="2492781" y="2821847"/>
                  </a:lnTo>
                  <a:lnTo>
                    <a:pt x="2503172" y="2869287"/>
                  </a:lnTo>
                  <a:lnTo>
                    <a:pt x="2513025" y="2916902"/>
                  </a:lnTo>
                  <a:lnTo>
                    <a:pt x="2522338" y="2964685"/>
                  </a:lnTo>
                  <a:lnTo>
                    <a:pt x="2531108" y="3012634"/>
                  </a:lnTo>
                  <a:lnTo>
                    <a:pt x="2539333" y="3060743"/>
                  </a:lnTo>
                  <a:lnTo>
                    <a:pt x="2547010" y="3109008"/>
                  </a:lnTo>
                  <a:lnTo>
                    <a:pt x="2554135" y="3157424"/>
                  </a:lnTo>
                  <a:lnTo>
                    <a:pt x="2560707" y="3205988"/>
                  </a:lnTo>
                  <a:lnTo>
                    <a:pt x="2566722" y="3254695"/>
                  </a:lnTo>
                  <a:lnTo>
                    <a:pt x="2572177" y="3303540"/>
                  </a:lnTo>
                  <a:lnTo>
                    <a:pt x="2577070" y="3352519"/>
                  </a:lnTo>
                  <a:lnTo>
                    <a:pt x="2581398" y="3401628"/>
                  </a:lnTo>
                  <a:lnTo>
                    <a:pt x="2585158" y="3450862"/>
                  </a:lnTo>
                  <a:lnTo>
                    <a:pt x="2588348" y="3500216"/>
                  </a:lnTo>
                  <a:lnTo>
                    <a:pt x="2590963" y="3549687"/>
                  </a:lnTo>
                  <a:lnTo>
                    <a:pt x="2593002" y="3599270"/>
                  </a:lnTo>
                  <a:lnTo>
                    <a:pt x="2594463" y="3648960"/>
                  </a:lnTo>
                  <a:lnTo>
                    <a:pt x="2595341" y="3698753"/>
                  </a:lnTo>
                  <a:lnTo>
                    <a:pt x="2595634" y="3748645"/>
                  </a:lnTo>
                  <a:lnTo>
                    <a:pt x="2595339" y="3798656"/>
                  </a:lnTo>
                  <a:lnTo>
                    <a:pt x="2594457" y="3848567"/>
                  </a:lnTo>
                  <a:lnTo>
                    <a:pt x="2592990" y="3898374"/>
                  </a:lnTo>
                  <a:lnTo>
                    <a:pt x="2590941" y="3948071"/>
                  </a:lnTo>
                  <a:lnTo>
                    <a:pt x="2588313" y="3997654"/>
                  </a:lnTo>
                  <a:lnTo>
                    <a:pt x="2585109" y="4047120"/>
                  </a:lnTo>
                  <a:lnTo>
                    <a:pt x="2581331" y="4096463"/>
                  </a:lnTo>
                  <a:lnTo>
                    <a:pt x="2576984" y="4145679"/>
                  </a:lnTo>
                  <a:lnTo>
                    <a:pt x="2572068" y="4194764"/>
                  </a:lnTo>
                  <a:lnTo>
                    <a:pt x="2566588" y="4243713"/>
                  </a:lnTo>
                  <a:lnTo>
                    <a:pt x="2560546" y="4292522"/>
                  </a:lnTo>
                  <a:lnTo>
                    <a:pt x="2553944" y="4341186"/>
                  </a:lnTo>
                  <a:lnTo>
                    <a:pt x="2546787" y="4389702"/>
                  </a:lnTo>
                  <a:lnTo>
                    <a:pt x="2539076" y="4438064"/>
                  </a:lnTo>
                  <a:lnTo>
                    <a:pt x="2530815" y="4486268"/>
                  </a:lnTo>
                  <a:lnTo>
                    <a:pt x="2522006" y="4534310"/>
                  </a:lnTo>
                  <a:lnTo>
                    <a:pt x="2512652" y="4582185"/>
                  </a:lnTo>
                  <a:lnTo>
                    <a:pt x="2502757" y="4629889"/>
                  </a:lnTo>
                  <a:lnTo>
                    <a:pt x="2492322" y="4677417"/>
                  </a:lnTo>
                  <a:lnTo>
                    <a:pt x="2481351" y="4724766"/>
                  </a:lnTo>
                  <a:lnTo>
                    <a:pt x="2469847" y="4771930"/>
                  </a:lnTo>
                  <a:lnTo>
                    <a:pt x="2457812" y="4818906"/>
                  </a:lnTo>
                  <a:lnTo>
                    <a:pt x="2445249" y="4865688"/>
                  </a:lnTo>
                  <a:lnTo>
                    <a:pt x="2432162" y="4912272"/>
                  </a:lnTo>
                  <a:lnTo>
                    <a:pt x="2418553" y="4958655"/>
                  </a:lnTo>
                  <a:lnTo>
                    <a:pt x="2404424" y="5004830"/>
                  </a:lnTo>
                  <a:lnTo>
                    <a:pt x="2389780" y="5050795"/>
                  </a:lnTo>
                  <a:lnTo>
                    <a:pt x="2374622" y="5096545"/>
                  </a:lnTo>
                  <a:lnTo>
                    <a:pt x="2358953" y="5142075"/>
                  </a:lnTo>
                  <a:lnTo>
                    <a:pt x="2342777" y="5187381"/>
                  </a:lnTo>
                  <a:lnTo>
                    <a:pt x="2326095" y="5232458"/>
                  </a:lnTo>
                  <a:lnTo>
                    <a:pt x="2308912" y="5277302"/>
                  </a:lnTo>
                  <a:lnTo>
                    <a:pt x="2291230" y="5321908"/>
                  </a:lnTo>
                  <a:lnTo>
                    <a:pt x="2273051" y="5366273"/>
                  </a:lnTo>
                  <a:lnTo>
                    <a:pt x="2254379" y="5410391"/>
                  </a:lnTo>
                  <a:lnTo>
                    <a:pt x="2235217" y="5454259"/>
                  </a:lnTo>
                  <a:lnTo>
                    <a:pt x="2215566" y="5497872"/>
                  </a:lnTo>
                  <a:lnTo>
                    <a:pt x="2195431" y="5541224"/>
                  </a:lnTo>
                  <a:lnTo>
                    <a:pt x="2174814" y="5584313"/>
                  </a:lnTo>
                  <a:lnTo>
                    <a:pt x="2153717" y="5627134"/>
                  </a:lnTo>
                  <a:lnTo>
                    <a:pt x="2132145" y="5669682"/>
                  </a:lnTo>
                  <a:lnTo>
                    <a:pt x="2110098" y="5711952"/>
                  </a:lnTo>
                  <a:lnTo>
                    <a:pt x="2087582" y="5753941"/>
                  </a:lnTo>
                  <a:lnTo>
                    <a:pt x="2064597" y="5795643"/>
                  </a:lnTo>
                  <a:lnTo>
                    <a:pt x="2041148" y="5837055"/>
                  </a:lnTo>
                  <a:lnTo>
                    <a:pt x="2017236" y="5878172"/>
                  </a:lnTo>
                  <a:lnTo>
                    <a:pt x="1992865" y="5918990"/>
                  </a:lnTo>
                  <a:lnTo>
                    <a:pt x="1968038" y="5959504"/>
                  </a:lnTo>
                  <a:lnTo>
                    <a:pt x="1942758" y="5999710"/>
                  </a:lnTo>
                  <a:lnTo>
                    <a:pt x="1917026" y="6039603"/>
                  </a:lnTo>
                  <a:lnTo>
                    <a:pt x="1890847" y="6079179"/>
                  </a:lnTo>
                  <a:lnTo>
                    <a:pt x="1864223" y="6118433"/>
                  </a:lnTo>
                  <a:lnTo>
                    <a:pt x="1837157" y="6157362"/>
                  </a:lnTo>
                  <a:lnTo>
                    <a:pt x="1809652" y="6195960"/>
                  </a:lnTo>
                  <a:lnTo>
                    <a:pt x="1781710" y="6234223"/>
                  </a:lnTo>
                  <a:lnTo>
                    <a:pt x="1753335" y="6272148"/>
                  </a:lnTo>
                  <a:lnTo>
                    <a:pt x="1724529" y="6309728"/>
                  </a:lnTo>
                  <a:lnTo>
                    <a:pt x="1695296" y="6346961"/>
                  </a:lnTo>
                  <a:lnTo>
                    <a:pt x="1665637" y="6383841"/>
                  </a:lnTo>
                  <a:lnTo>
                    <a:pt x="1635556" y="6420364"/>
                  </a:lnTo>
                  <a:lnTo>
                    <a:pt x="1605056" y="6456526"/>
                  </a:lnTo>
                  <a:lnTo>
                    <a:pt x="1574140" y="6492323"/>
                  </a:lnTo>
                  <a:lnTo>
                    <a:pt x="1542810" y="6527749"/>
                  </a:lnTo>
                  <a:lnTo>
                    <a:pt x="1511069" y="6562800"/>
                  </a:lnTo>
                  <a:lnTo>
                    <a:pt x="1478921" y="6597473"/>
                  </a:lnTo>
                  <a:lnTo>
                    <a:pt x="1446367" y="6631762"/>
                  </a:lnTo>
                  <a:lnTo>
                    <a:pt x="1413411" y="6665663"/>
                  </a:lnTo>
                  <a:lnTo>
                    <a:pt x="1380056" y="6699172"/>
                  </a:lnTo>
                  <a:lnTo>
                    <a:pt x="1346305" y="6732284"/>
                  </a:lnTo>
                  <a:lnTo>
                    <a:pt x="1312160" y="6764996"/>
                  </a:lnTo>
                  <a:lnTo>
                    <a:pt x="1277624" y="6797301"/>
                  </a:lnTo>
                  <a:lnTo>
                    <a:pt x="1242701" y="6829197"/>
                  </a:lnTo>
                  <a:lnTo>
                    <a:pt x="1207392" y="6860678"/>
                  </a:lnTo>
                  <a:lnTo>
                    <a:pt x="1171701" y="6891741"/>
                  </a:lnTo>
                  <a:lnTo>
                    <a:pt x="1135631" y="6922380"/>
                  </a:lnTo>
                  <a:lnTo>
                    <a:pt x="1099185" y="6952592"/>
                  </a:lnTo>
                  <a:lnTo>
                    <a:pt x="1062364" y="6982371"/>
                  </a:lnTo>
                  <a:lnTo>
                    <a:pt x="1025173" y="7011714"/>
                  </a:lnTo>
                  <a:lnTo>
                    <a:pt x="987615" y="7040616"/>
                  </a:lnTo>
                  <a:lnTo>
                    <a:pt x="949691" y="7069073"/>
                  </a:lnTo>
                  <a:lnTo>
                    <a:pt x="911404" y="7097080"/>
                  </a:lnTo>
                  <a:lnTo>
                    <a:pt x="872759" y="7124633"/>
                  </a:lnTo>
                  <a:lnTo>
                    <a:pt x="833757" y="7151727"/>
                  </a:lnTo>
                  <a:lnTo>
                    <a:pt x="794401" y="7178359"/>
                  </a:lnTo>
                  <a:lnTo>
                    <a:pt x="754695" y="7204522"/>
                  </a:lnTo>
                  <a:lnTo>
                    <a:pt x="714641" y="7230214"/>
                  </a:lnTo>
                  <a:lnTo>
                    <a:pt x="674241" y="7255430"/>
                  </a:lnTo>
                  <a:lnTo>
                    <a:pt x="633499" y="7280165"/>
                  </a:lnTo>
                  <a:lnTo>
                    <a:pt x="592418" y="7304414"/>
                  </a:lnTo>
                  <a:lnTo>
                    <a:pt x="551001" y="7328174"/>
                  </a:lnTo>
                  <a:lnTo>
                    <a:pt x="509249" y="7351441"/>
                  </a:lnTo>
                  <a:lnTo>
                    <a:pt x="467167" y="7374208"/>
                  </a:lnTo>
                  <a:lnTo>
                    <a:pt x="424757" y="7396473"/>
                  </a:lnTo>
                  <a:lnTo>
                    <a:pt x="382022" y="7418231"/>
                  </a:lnTo>
                  <a:lnTo>
                    <a:pt x="338965" y="7439477"/>
                  </a:lnTo>
                  <a:lnTo>
                    <a:pt x="295588" y="7460206"/>
                  </a:lnTo>
                  <a:lnTo>
                    <a:pt x="251894" y="7480416"/>
                  </a:lnTo>
                  <a:lnTo>
                    <a:pt x="207887" y="7500100"/>
                  </a:lnTo>
                  <a:lnTo>
                    <a:pt x="163569" y="7519255"/>
                  </a:lnTo>
                  <a:lnTo>
                    <a:pt x="0" y="7100758"/>
                  </a:lnTo>
                  <a:lnTo>
                    <a:pt x="43998" y="7081499"/>
                  </a:lnTo>
                  <a:lnTo>
                    <a:pt x="87649" y="7061648"/>
                  </a:lnTo>
                  <a:lnTo>
                    <a:pt x="130948" y="7041209"/>
                  </a:lnTo>
                  <a:lnTo>
                    <a:pt x="173891" y="7020189"/>
                  </a:lnTo>
                  <a:lnTo>
                    <a:pt x="216475" y="6998592"/>
                  </a:lnTo>
                  <a:lnTo>
                    <a:pt x="258696" y="6976425"/>
                  </a:lnTo>
                  <a:lnTo>
                    <a:pt x="300552" y="6953693"/>
                  </a:lnTo>
                  <a:lnTo>
                    <a:pt x="342037" y="6930401"/>
                  </a:lnTo>
                  <a:lnTo>
                    <a:pt x="383150" y="6906556"/>
                  </a:lnTo>
                  <a:lnTo>
                    <a:pt x="423885" y="6882162"/>
                  </a:lnTo>
                  <a:lnTo>
                    <a:pt x="464240" y="6857225"/>
                  </a:lnTo>
                  <a:lnTo>
                    <a:pt x="504211" y="6831752"/>
                  </a:lnTo>
                  <a:lnTo>
                    <a:pt x="543794" y="6805747"/>
                  </a:lnTo>
                  <a:lnTo>
                    <a:pt x="582986" y="6779215"/>
                  </a:lnTo>
                  <a:lnTo>
                    <a:pt x="621784" y="6752164"/>
                  </a:lnTo>
                  <a:lnTo>
                    <a:pt x="660183" y="6724598"/>
                  </a:lnTo>
                  <a:lnTo>
                    <a:pt x="698180" y="6696522"/>
                  </a:lnTo>
                  <a:lnTo>
                    <a:pt x="735771" y="6667943"/>
                  </a:lnTo>
                  <a:lnTo>
                    <a:pt x="772954" y="6638866"/>
                  </a:lnTo>
                  <a:lnTo>
                    <a:pt x="809724" y="6609296"/>
                  </a:lnTo>
                  <a:lnTo>
                    <a:pt x="846077" y="6579240"/>
                  </a:lnTo>
                  <a:lnTo>
                    <a:pt x="882011" y="6548702"/>
                  </a:lnTo>
                  <a:lnTo>
                    <a:pt x="917522" y="6517688"/>
                  </a:lnTo>
                  <a:lnTo>
                    <a:pt x="952605" y="6486204"/>
                  </a:lnTo>
                  <a:lnTo>
                    <a:pt x="987259" y="6454256"/>
                  </a:lnTo>
                  <a:lnTo>
                    <a:pt x="1021478" y="6421848"/>
                  </a:lnTo>
                  <a:lnTo>
                    <a:pt x="1055259" y="6388988"/>
                  </a:lnTo>
                  <a:lnTo>
                    <a:pt x="1088599" y="6355679"/>
                  </a:lnTo>
                  <a:lnTo>
                    <a:pt x="1121495" y="6321928"/>
                  </a:lnTo>
                  <a:lnTo>
                    <a:pt x="1153942" y="6287741"/>
                  </a:lnTo>
                  <a:lnTo>
                    <a:pt x="1185937" y="6253122"/>
                  </a:lnTo>
                  <a:lnTo>
                    <a:pt x="1217477" y="6218078"/>
                  </a:lnTo>
                  <a:lnTo>
                    <a:pt x="1248557" y="6182614"/>
                  </a:lnTo>
                  <a:lnTo>
                    <a:pt x="1279175" y="6146735"/>
                  </a:lnTo>
                  <a:lnTo>
                    <a:pt x="1309327" y="6110448"/>
                  </a:lnTo>
                  <a:lnTo>
                    <a:pt x="1339009" y="6073757"/>
                  </a:lnTo>
                  <a:lnTo>
                    <a:pt x="1368217" y="6036669"/>
                  </a:lnTo>
                  <a:lnTo>
                    <a:pt x="1396949" y="5999189"/>
                  </a:lnTo>
                  <a:lnTo>
                    <a:pt x="1425200" y="5961323"/>
                  </a:lnTo>
                  <a:lnTo>
                    <a:pt x="1452967" y="5923075"/>
                  </a:lnTo>
                  <a:lnTo>
                    <a:pt x="1480246" y="5884452"/>
                  </a:lnTo>
                  <a:lnTo>
                    <a:pt x="1507034" y="5845460"/>
                  </a:lnTo>
                  <a:lnTo>
                    <a:pt x="1533328" y="5806103"/>
                  </a:lnTo>
                  <a:lnTo>
                    <a:pt x="1559123" y="5766388"/>
                  </a:lnTo>
                  <a:lnTo>
                    <a:pt x="1584416" y="5726320"/>
                  </a:lnTo>
                  <a:lnTo>
                    <a:pt x="1609203" y="5685904"/>
                  </a:lnTo>
                  <a:lnTo>
                    <a:pt x="1633481" y="5645147"/>
                  </a:lnTo>
                  <a:lnTo>
                    <a:pt x="1657247" y="5604053"/>
                  </a:lnTo>
                  <a:lnTo>
                    <a:pt x="1680496" y="5562629"/>
                  </a:lnTo>
                  <a:lnTo>
                    <a:pt x="1703226" y="5520879"/>
                  </a:lnTo>
                  <a:lnTo>
                    <a:pt x="1725432" y="5478811"/>
                  </a:lnTo>
                  <a:lnTo>
                    <a:pt x="1747112" y="5436428"/>
                  </a:lnTo>
                  <a:lnTo>
                    <a:pt x="1768260" y="5393737"/>
                  </a:lnTo>
                  <a:lnTo>
                    <a:pt x="1788875" y="5350743"/>
                  </a:lnTo>
                  <a:lnTo>
                    <a:pt x="1808952" y="5307452"/>
                  </a:lnTo>
                  <a:lnTo>
                    <a:pt x="1828487" y="5263869"/>
                  </a:lnTo>
                  <a:lnTo>
                    <a:pt x="1847478" y="5220000"/>
                  </a:lnTo>
                  <a:lnTo>
                    <a:pt x="1865921" y="5175851"/>
                  </a:lnTo>
                  <a:lnTo>
                    <a:pt x="1883811" y="5131427"/>
                  </a:lnTo>
                  <a:lnTo>
                    <a:pt x="1901146" y="5086734"/>
                  </a:lnTo>
                  <a:lnTo>
                    <a:pt x="1917922" y="5041776"/>
                  </a:lnTo>
                  <a:lnTo>
                    <a:pt x="1934135" y="4996561"/>
                  </a:lnTo>
                  <a:lnTo>
                    <a:pt x="1949782" y="4951094"/>
                  </a:lnTo>
                  <a:lnTo>
                    <a:pt x="1964859" y="4905379"/>
                  </a:lnTo>
                  <a:lnTo>
                    <a:pt x="1979362" y="4859423"/>
                  </a:lnTo>
                  <a:lnTo>
                    <a:pt x="1993289" y="4813231"/>
                  </a:lnTo>
                  <a:lnTo>
                    <a:pt x="2006635" y="4766809"/>
                  </a:lnTo>
                  <a:lnTo>
                    <a:pt x="2019397" y="4720162"/>
                  </a:lnTo>
                  <a:lnTo>
                    <a:pt x="2031571" y="4673296"/>
                  </a:lnTo>
                  <a:lnTo>
                    <a:pt x="2043154" y="4626217"/>
                  </a:lnTo>
                  <a:lnTo>
                    <a:pt x="2054142" y="4578930"/>
                  </a:lnTo>
                  <a:lnTo>
                    <a:pt x="2064532" y="4531440"/>
                  </a:lnTo>
                  <a:lnTo>
                    <a:pt x="2074320" y="4483754"/>
                  </a:lnTo>
                  <a:lnTo>
                    <a:pt x="2083502" y="4435877"/>
                  </a:lnTo>
                  <a:lnTo>
                    <a:pt x="2092075" y="4387814"/>
                  </a:lnTo>
                  <a:lnTo>
                    <a:pt x="2100035" y="4339571"/>
                  </a:lnTo>
                  <a:lnTo>
                    <a:pt x="2107379" y="4291153"/>
                  </a:lnTo>
                  <a:lnTo>
                    <a:pt x="2114103" y="4242567"/>
                  </a:lnTo>
                  <a:lnTo>
                    <a:pt x="2120204" y="4193817"/>
                  </a:lnTo>
                  <a:lnTo>
                    <a:pt x="2125677" y="4144910"/>
                  </a:lnTo>
                  <a:lnTo>
                    <a:pt x="2130520" y="4095851"/>
                  </a:lnTo>
                  <a:lnTo>
                    <a:pt x="2134729" y="4046645"/>
                  </a:lnTo>
                  <a:lnTo>
                    <a:pt x="2138301" y="3997298"/>
                  </a:lnTo>
                  <a:lnTo>
                    <a:pt x="2141230" y="3947816"/>
                  </a:lnTo>
                  <a:lnTo>
                    <a:pt x="2143515" y="3898204"/>
                  </a:lnTo>
                  <a:lnTo>
                    <a:pt x="2145152" y="3848468"/>
                  </a:lnTo>
                  <a:lnTo>
                    <a:pt x="2146137" y="3798613"/>
                  </a:lnTo>
                  <a:lnTo>
                    <a:pt x="2146466" y="3748645"/>
                  </a:lnTo>
                  <a:lnTo>
                    <a:pt x="2146137" y="3698736"/>
                  </a:lnTo>
                  <a:lnTo>
                    <a:pt x="2145155" y="3648939"/>
                  </a:lnTo>
                  <a:lnTo>
                    <a:pt x="2143522" y="3599258"/>
                  </a:lnTo>
                  <a:lnTo>
                    <a:pt x="2141243" y="3549700"/>
                  </a:lnTo>
                  <a:lnTo>
                    <a:pt x="2138319" y="3500271"/>
                  </a:lnTo>
                  <a:lnTo>
                    <a:pt x="2134756" y="3450975"/>
                  </a:lnTo>
                  <a:lnTo>
                    <a:pt x="2130556" y="3401818"/>
                  </a:lnTo>
                  <a:lnTo>
                    <a:pt x="2125724" y="3352807"/>
                  </a:lnTo>
                  <a:lnTo>
                    <a:pt x="2120262" y="3303946"/>
                  </a:lnTo>
                  <a:lnTo>
                    <a:pt x="2114174" y="3255241"/>
                  </a:lnTo>
                  <a:lnTo>
                    <a:pt x="2107464" y="3206698"/>
                  </a:lnTo>
                  <a:lnTo>
                    <a:pt x="2100135" y="3158322"/>
                  </a:lnTo>
                  <a:lnTo>
                    <a:pt x="2092191" y="3110119"/>
                  </a:lnTo>
                  <a:lnTo>
                    <a:pt x="2083636" y="3062095"/>
                  </a:lnTo>
                  <a:lnTo>
                    <a:pt x="2074472" y="3014255"/>
                  </a:lnTo>
                  <a:lnTo>
                    <a:pt x="2064703" y="2966604"/>
                  </a:lnTo>
                  <a:lnTo>
                    <a:pt x="2054333" y="2919149"/>
                  </a:lnTo>
                  <a:lnTo>
                    <a:pt x="2043366" y="2871894"/>
                  </a:lnTo>
                  <a:lnTo>
                    <a:pt x="2031804" y="2824847"/>
                  </a:lnTo>
                  <a:lnTo>
                    <a:pt x="2019652" y="2778011"/>
                  </a:lnTo>
                  <a:lnTo>
                    <a:pt x="2006913" y="2731393"/>
                  </a:lnTo>
                  <a:lnTo>
                    <a:pt x="1993590" y="2684998"/>
                  </a:lnTo>
                  <a:lnTo>
                    <a:pt x="1979688" y="2638832"/>
                  </a:lnTo>
                  <a:lnTo>
                    <a:pt x="1965209" y="2592901"/>
                  </a:lnTo>
                  <a:lnTo>
                    <a:pt x="1950157" y="2547209"/>
                  </a:lnTo>
                  <a:lnTo>
                    <a:pt x="1934535" y="2501764"/>
                  </a:lnTo>
                  <a:lnTo>
                    <a:pt x="1918348" y="2456569"/>
                  </a:lnTo>
                  <a:lnTo>
                    <a:pt x="1901599" y="2411631"/>
                  </a:lnTo>
                  <a:lnTo>
                    <a:pt x="1884290" y="2366956"/>
                  </a:lnTo>
                  <a:lnTo>
                    <a:pt x="1866427" y="2322549"/>
                  </a:lnTo>
                  <a:lnTo>
                    <a:pt x="1848011" y="2278415"/>
                  </a:lnTo>
                  <a:lnTo>
                    <a:pt x="1829048" y="2234561"/>
                  </a:lnTo>
                  <a:lnTo>
                    <a:pt x="1809539" y="2190991"/>
                  </a:lnTo>
                  <a:lnTo>
                    <a:pt x="1789490" y="2147712"/>
                  </a:lnTo>
                  <a:lnTo>
                    <a:pt x="1768903" y="2104729"/>
                  </a:lnTo>
                  <a:lnTo>
                    <a:pt x="1747781" y="2062047"/>
                  </a:lnTo>
                  <a:lnTo>
                    <a:pt x="1726130" y="2019673"/>
                  </a:lnTo>
                  <a:lnTo>
                    <a:pt x="1703951" y="1977611"/>
                  </a:lnTo>
                  <a:lnTo>
                    <a:pt x="1681248" y="1935868"/>
                  </a:lnTo>
                  <a:lnTo>
                    <a:pt x="1658026" y="1894449"/>
                  </a:lnTo>
                  <a:lnTo>
                    <a:pt x="1634287" y="1853359"/>
                  </a:lnTo>
                  <a:lnTo>
                    <a:pt x="1610035" y="1812604"/>
                  </a:lnTo>
                  <a:lnTo>
                    <a:pt x="1585273" y="1772190"/>
                  </a:lnTo>
                  <a:lnTo>
                    <a:pt x="1560006" y="1732123"/>
                  </a:lnTo>
                  <a:lnTo>
                    <a:pt x="1534237" y="1692407"/>
                  </a:lnTo>
                  <a:lnTo>
                    <a:pt x="1507968" y="1653049"/>
                  </a:lnTo>
                  <a:lnTo>
                    <a:pt x="1481204" y="1614054"/>
                  </a:lnTo>
                  <a:lnTo>
                    <a:pt x="1453949" y="1575428"/>
                  </a:lnTo>
                  <a:lnTo>
                    <a:pt x="1426205" y="1537176"/>
                  </a:lnTo>
                  <a:lnTo>
                    <a:pt x="1397977" y="1499304"/>
                  </a:lnTo>
                  <a:lnTo>
                    <a:pt x="1369267" y="1461818"/>
                  </a:lnTo>
                  <a:lnTo>
                    <a:pt x="1340079" y="1424722"/>
                  </a:lnTo>
                  <a:lnTo>
                    <a:pt x="1310418" y="1388024"/>
                  </a:lnTo>
                  <a:lnTo>
                    <a:pt x="1280286" y="1351727"/>
                  </a:lnTo>
                  <a:lnTo>
                    <a:pt x="1249686" y="1315838"/>
                  </a:lnTo>
                  <a:lnTo>
                    <a:pt x="1218624" y="1280363"/>
                  </a:lnTo>
                  <a:lnTo>
                    <a:pt x="1187101" y="1245307"/>
                  </a:lnTo>
                  <a:lnTo>
                    <a:pt x="1155121" y="1210676"/>
                  </a:lnTo>
                  <a:lnTo>
                    <a:pt x="1122689" y="1176475"/>
                  </a:lnTo>
                  <a:lnTo>
                    <a:pt x="1089807" y="1142709"/>
                  </a:lnTo>
                  <a:lnTo>
                    <a:pt x="1056479" y="1109386"/>
                  </a:lnTo>
                  <a:lnTo>
                    <a:pt x="1022709" y="1076509"/>
                  </a:lnTo>
                  <a:lnTo>
                    <a:pt x="988500" y="1044085"/>
                  </a:lnTo>
                  <a:lnTo>
                    <a:pt x="953856" y="1012118"/>
                  </a:lnTo>
                  <a:lnTo>
                    <a:pt x="918780" y="980616"/>
                  </a:lnTo>
                  <a:lnTo>
                    <a:pt x="883275" y="949584"/>
                  </a:lnTo>
                  <a:lnTo>
                    <a:pt x="847346" y="919026"/>
                  </a:lnTo>
                  <a:lnTo>
                    <a:pt x="810995" y="888949"/>
                  </a:lnTo>
                  <a:lnTo>
                    <a:pt x="774227" y="859358"/>
                  </a:lnTo>
                  <a:lnTo>
                    <a:pt x="737045" y="830258"/>
                  </a:lnTo>
                  <a:lnTo>
                    <a:pt x="699452" y="801656"/>
                  </a:lnTo>
                  <a:lnTo>
                    <a:pt x="661452" y="773558"/>
                  </a:lnTo>
                  <a:lnTo>
                    <a:pt x="623048" y="745967"/>
                  </a:lnTo>
                  <a:lnTo>
                    <a:pt x="584244" y="718891"/>
                  </a:lnTo>
                  <a:lnTo>
                    <a:pt x="545044" y="692335"/>
                  </a:lnTo>
                  <a:lnTo>
                    <a:pt x="505450" y="666304"/>
                  </a:lnTo>
                  <a:lnTo>
                    <a:pt x="465467" y="640804"/>
                  </a:lnTo>
                  <a:lnTo>
                    <a:pt x="425099" y="615840"/>
                  </a:lnTo>
                  <a:lnTo>
                    <a:pt x="384347" y="591418"/>
                  </a:lnTo>
                  <a:lnTo>
                    <a:pt x="343217" y="567545"/>
                  </a:lnTo>
                  <a:lnTo>
                    <a:pt x="301712" y="544224"/>
                  </a:lnTo>
                  <a:lnTo>
                    <a:pt x="259834" y="521463"/>
                  </a:lnTo>
                  <a:lnTo>
                    <a:pt x="217589" y="499266"/>
                  </a:lnTo>
                  <a:lnTo>
                    <a:pt x="174978" y="477639"/>
                  </a:lnTo>
                  <a:lnTo>
                    <a:pt x="132006" y="456588"/>
                  </a:lnTo>
                  <a:lnTo>
                    <a:pt x="88677" y="436118"/>
                  </a:lnTo>
                  <a:lnTo>
                    <a:pt x="44993" y="416235"/>
                  </a:lnTo>
                  <a:lnTo>
                    <a:pt x="214261" y="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72651" y="2352431"/>
              <a:ext cx="2075920" cy="2076501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572651" y="2352431"/>
              <a:ext cx="2076450" cy="2077085"/>
            </a:xfrm>
            <a:custGeom>
              <a:avLst/>
              <a:gdLst/>
              <a:ahLst/>
              <a:cxnLst/>
              <a:rect l="l" t="t" r="r" b="b"/>
              <a:pathLst>
                <a:path w="2076450" h="2077085">
                  <a:moveTo>
                    <a:pt x="0" y="1038250"/>
                  </a:moveTo>
                  <a:lnTo>
                    <a:pt x="1138" y="989685"/>
                  </a:lnTo>
                  <a:lnTo>
                    <a:pt x="4521" y="941667"/>
                  </a:lnTo>
                  <a:lnTo>
                    <a:pt x="10095" y="894245"/>
                  </a:lnTo>
                  <a:lnTo>
                    <a:pt x="17810" y="847472"/>
                  </a:lnTo>
                  <a:lnTo>
                    <a:pt x="27614" y="801398"/>
                  </a:lnTo>
                  <a:lnTo>
                    <a:pt x="39456" y="756077"/>
                  </a:lnTo>
                  <a:lnTo>
                    <a:pt x="53284" y="711558"/>
                  </a:lnTo>
                  <a:lnTo>
                    <a:pt x="69047" y="667894"/>
                  </a:lnTo>
                  <a:lnTo>
                    <a:pt x="86693" y="625135"/>
                  </a:lnTo>
                  <a:lnTo>
                    <a:pt x="106171" y="583334"/>
                  </a:lnTo>
                  <a:lnTo>
                    <a:pt x="127429" y="542542"/>
                  </a:lnTo>
                  <a:lnTo>
                    <a:pt x="150417" y="502810"/>
                  </a:lnTo>
                  <a:lnTo>
                    <a:pt x="175081" y="464190"/>
                  </a:lnTo>
                  <a:lnTo>
                    <a:pt x="201372" y="426733"/>
                  </a:lnTo>
                  <a:lnTo>
                    <a:pt x="229237" y="390490"/>
                  </a:lnTo>
                  <a:lnTo>
                    <a:pt x="258626" y="355514"/>
                  </a:lnTo>
                  <a:lnTo>
                    <a:pt x="289486" y="321856"/>
                  </a:lnTo>
                  <a:lnTo>
                    <a:pt x="321766" y="289567"/>
                  </a:lnTo>
                  <a:lnTo>
                    <a:pt x="355415" y="258698"/>
                  </a:lnTo>
                  <a:lnTo>
                    <a:pt x="390381" y="229301"/>
                  </a:lnTo>
                  <a:lnTo>
                    <a:pt x="426614" y="201428"/>
                  </a:lnTo>
                  <a:lnTo>
                    <a:pt x="464060" y="175130"/>
                  </a:lnTo>
                  <a:lnTo>
                    <a:pt x="502669" y="150459"/>
                  </a:lnTo>
                  <a:lnTo>
                    <a:pt x="542390" y="127465"/>
                  </a:lnTo>
                  <a:lnTo>
                    <a:pt x="583171" y="106201"/>
                  </a:lnTo>
                  <a:lnTo>
                    <a:pt x="624961" y="86717"/>
                  </a:lnTo>
                  <a:lnTo>
                    <a:pt x="667707" y="69066"/>
                  </a:lnTo>
                  <a:lnTo>
                    <a:pt x="711359" y="53299"/>
                  </a:lnTo>
                  <a:lnTo>
                    <a:pt x="755866" y="39467"/>
                  </a:lnTo>
                  <a:lnTo>
                    <a:pt x="801175" y="27622"/>
                  </a:lnTo>
                  <a:lnTo>
                    <a:pt x="847235" y="17815"/>
                  </a:lnTo>
                  <a:lnTo>
                    <a:pt x="893995" y="10098"/>
                  </a:lnTo>
                  <a:lnTo>
                    <a:pt x="941404" y="4522"/>
                  </a:lnTo>
                  <a:lnTo>
                    <a:pt x="989409" y="1139"/>
                  </a:lnTo>
                  <a:lnTo>
                    <a:pt x="1037960" y="0"/>
                  </a:lnTo>
                  <a:lnTo>
                    <a:pt x="1086511" y="1139"/>
                  </a:lnTo>
                  <a:lnTo>
                    <a:pt x="1134516" y="4522"/>
                  </a:lnTo>
                  <a:lnTo>
                    <a:pt x="1181925" y="10098"/>
                  </a:lnTo>
                  <a:lnTo>
                    <a:pt x="1228685" y="17815"/>
                  </a:lnTo>
                  <a:lnTo>
                    <a:pt x="1274745" y="27622"/>
                  </a:lnTo>
                  <a:lnTo>
                    <a:pt x="1320054" y="39467"/>
                  </a:lnTo>
                  <a:lnTo>
                    <a:pt x="1364561" y="53299"/>
                  </a:lnTo>
                  <a:lnTo>
                    <a:pt x="1408213" y="69066"/>
                  </a:lnTo>
                  <a:lnTo>
                    <a:pt x="1450959" y="86717"/>
                  </a:lnTo>
                  <a:lnTo>
                    <a:pt x="1492749" y="106201"/>
                  </a:lnTo>
                  <a:lnTo>
                    <a:pt x="1533530" y="127465"/>
                  </a:lnTo>
                  <a:lnTo>
                    <a:pt x="1573250" y="150459"/>
                  </a:lnTo>
                  <a:lnTo>
                    <a:pt x="1611860" y="175130"/>
                  </a:lnTo>
                  <a:lnTo>
                    <a:pt x="1649306" y="201428"/>
                  </a:lnTo>
                  <a:lnTo>
                    <a:pt x="1685538" y="229301"/>
                  </a:lnTo>
                  <a:lnTo>
                    <a:pt x="1720505" y="258698"/>
                  </a:lnTo>
                  <a:lnTo>
                    <a:pt x="1754154" y="289567"/>
                  </a:lnTo>
                  <a:lnTo>
                    <a:pt x="1786434" y="321856"/>
                  </a:lnTo>
                  <a:lnTo>
                    <a:pt x="1817294" y="355514"/>
                  </a:lnTo>
                  <a:lnTo>
                    <a:pt x="1846683" y="390490"/>
                  </a:lnTo>
                  <a:lnTo>
                    <a:pt x="1874548" y="426733"/>
                  </a:lnTo>
                  <a:lnTo>
                    <a:pt x="1900839" y="464190"/>
                  </a:lnTo>
                  <a:lnTo>
                    <a:pt x="1925503" y="502810"/>
                  </a:lnTo>
                  <a:lnTo>
                    <a:pt x="1948491" y="542542"/>
                  </a:lnTo>
                  <a:lnTo>
                    <a:pt x="1969749" y="583334"/>
                  </a:lnTo>
                  <a:lnTo>
                    <a:pt x="1989227" y="625135"/>
                  </a:lnTo>
                  <a:lnTo>
                    <a:pt x="2006873" y="667894"/>
                  </a:lnTo>
                  <a:lnTo>
                    <a:pt x="2022636" y="711558"/>
                  </a:lnTo>
                  <a:lnTo>
                    <a:pt x="2036464" y="756077"/>
                  </a:lnTo>
                  <a:lnTo>
                    <a:pt x="2048306" y="801398"/>
                  </a:lnTo>
                  <a:lnTo>
                    <a:pt x="2058110" y="847472"/>
                  </a:lnTo>
                  <a:lnTo>
                    <a:pt x="2065825" y="894245"/>
                  </a:lnTo>
                  <a:lnTo>
                    <a:pt x="2071399" y="941667"/>
                  </a:lnTo>
                  <a:lnTo>
                    <a:pt x="2074782" y="989685"/>
                  </a:lnTo>
                  <a:lnTo>
                    <a:pt x="2075920" y="1038250"/>
                  </a:lnTo>
                  <a:lnTo>
                    <a:pt x="2074782" y="1086814"/>
                  </a:lnTo>
                  <a:lnTo>
                    <a:pt x="2071399" y="1134833"/>
                  </a:lnTo>
                  <a:lnTo>
                    <a:pt x="2065825" y="1182255"/>
                  </a:lnTo>
                  <a:lnTo>
                    <a:pt x="2058110" y="1229028"/>
                  </a:lnTo>
                  <a:lnTo>
                    <a:pt x="2048306" y="1275101"/>
                  </a:lnTo>
                  <a:lnTo>
                    <a:pt x="2036464" y="1320423"/>
                  </a:lnTo>
                  <a:lnTo>
                    <a:pt x="2022636" y="1364942"/>
                  </a:lnTo>
                  <a:lnTo>
                    <a:pt x="2006873" y="1408606"/>
                  </a:lnTo>
                  <a:lnTo>
                    <a:pt x="1989227" y="1451365"/>
                  </a:lnTo>
                  <a:lnTo>
                    <a:pt x="1969749" y="1493166"/>
                  </a:lnTo>
                  <a:lnTo>
                    <a:pt x="1948491" y="1533958"/>
                  </a:lnTo>
                  <a:lnTo>
                    <a:pt x="1925503" y="1573690"/>
                  </a:lnTo>
                  <a:lnTo>
                    <a:pt x="1900839" y="1612310"/>
                  </a:lnTo>
                  <a:lnTo>
                    <a:pt x="1874548" y="1649767"/>
                  </a:lnTo>
                  <a:lnTo>
                    <a:pt x="1846683" y="1686010"/>
                  </a:lnTo>
                  <a:lnTo>
                    <a:pt x="1817294" y="1720986"/>
                  </a:lnTo>
                  <a:lnTo>
                    <a:pt x="1786434" y="1754644"/>
                  </a:lnTo>
                  <a:lnTo>
                    <a:pt x="1754154" y="1786933"/>
                  </a:lnTo>
                  <a:lnTo>
                    <a:pt x="1720505" y="1817802"/>
                  </a:lnTo>
                  <a:lnTo>
                    <a:pt x="1685538" y="1847199"/>
                  </a:lnTo>
                  <a:lnTo>
                    <a:pt x="1649306" y="1875072"/>
                  </a:lnTo>
                  <a:lnTo>
                    <a:pt x="1611860" y="1901370"/>
                  </a:lnTo>
                  <a:lnTo>
                    <a:pt x="1573250" y="1926042"/>
                  </a:lnTo>
                  <a:lnTo>
                    <a:pt x="1533530" y="1949035"/>
                  </a:lnTo>
                  <a:lnTo>
                    <a:pt x="1492749" y="1970300"/>
                  </a:lnTo>
                  <a:lnTo>
                    <a:pt x="1450959" y="1989783"/>
                  </a:lnTo>
                  <a:lnTo>
                    <a:pt x="1408213" y="2007434"/>
                  </a:lnTo>
                  <a:lnTo>
                    <a:pt x="1364561" y="2023201"/>
                  </a:lnTo>
                  <a:lnTo>
                    <a:pt x="1320054" y="2037033"/>
                  </a:lnTo>
                  <a:lnTo>
                    <a:pt x="1274745" y="2048878"/>
                  </a:lnTo>
                  <a:lnTo>
                    <a:pt x="1228685" y="2058685"/>
                  </a:lnTo>
                  <a:lnTo>
                    <a:pt x="1181925" y="2066402"/>
                  </a:lnTo>
                  <a:lnTo>
                    <a:pt x="1134516" y="2071978"/>
                  </a:lnTo>
                  <a:lnTo>
                    <a:pt x="1086511" y="2075361"/>
                  </a:lnTo>
                  <a:lnTo>
                    <a:pt x="1037960" y="2076501"/>
                  </a:lnTo>
                  <a:lnTo>
                    <a:pt x="989409" y="2075361"/>
                  </a:lnTo>
                  <a:lnTo>
                    <a:pt x="941404" y="2071978"/>
                  </a:lnTo>
                  <a:lnTo>
                    <a:pt x="893995" y="2066402"/>
                  </a:lnTo>
                  <a:lnTo>
                    <a:pt x="847235" y="2058685"/>
                  </a:lnTo>
                  <a:lnTo>
                    <a:pt x="801175" y="2048878"/>
                  </a:lnTo>
                  <a:lnTo>
                    <a:pt x="755866" y="2037033"/>
                  </a:lnTo>
                  <a:lnTo>
                    <a:pt x="711359" y="2023201"/>
                  </a:lnTo>
                  <a:lnTo>
                    <a:pt x="667707" y="2007434"/>
                  </a:lnTo>
                  <a:lnTo>
                    <a:pt x="624961" y="1989783"/>
                  </a:lnTo>
                  <a:lnTo>
                    <a:pt x="583171" y="1970300"/>
                  </a:lnTo>
                  <a:lnTo>
                    <a:pt x="542390" y="1949035"/>
                  </a:lnTo>
                  <a:lnTo>
                    <a:pt x="502669" y="1926042"/>
                  </a:lnTo>
                  <a:lnTo>
                    <a:pt x="464060" y="1901370"/>
                  </a:lnTo>
                  <a:lnTo>
                    <a:pt x="426614" y="1875072"/>
                  </a:lnTo>
                  <a:lnTo>
                    <a:pt x="390381" y="1847199"/>
                  </a:lnTo>
                  <a:lnTo>
                    <a:pt x="355415" y="1817802"/>
                  </a:lnTo>
                  <a:lnTo>
                    <a:pt x="321766" y="1786933"/>
                  </a:lnTo>
                  <a:lnTo>
                    <a:pt x="289486" y="1754644"/>
                  </a:lnTo>
                  <a:lnTo>
                    <a:pt x="258626" y="1720986"/>
                  </a:lnTo>
                  <a:lnTo>
                    <a:pt x="229237" y="1686010"/>
                  </a:lnTo>
                  <a:lnTo>
                    <a:pt x="201372" y="1649767"/>
                  </a:lnTo>
                  <a:lnTo>
                    <a:pt x="175081" y="1612310"/>
                  </a:lnTo>
                  <a:lnTo>
                    <a:pt x="150417" y="1573690"/>
                  </a:lnTo>
                  <a:lnTo>
                    <a:pt x="127429" y="1533958"/>
                  </a:lnTo>
                  <a:lnTo>
                    <a:pt x="106171" y="1493166"/>
                  </a:lnTo>
                  <a:lnTo>
                    <a:pt x="86693" y="1451365"/>
                  </a:lnTo>
                  <a:lnTo>
                    <a:pt x="69047" y="1408606"/>
                  </a:lnTo>
                  <a:lnTo>
                    <a:pt x="53284" y="1364942"/>
                  </a:lnTo>
                  <a:lnTo>
                    <a:pt x="39456" y="1320423"/>
                  </a:lnTo>
                  <a:lnTo>
                    <a:pt x="27614" y="1275101"/>
                  </a:lnTo>
                  <a:lnTo>
                    <a:pt x="17810" y="1229028"/>
                  </a:lnTo>
                  <a:lnTo>
                    <a:pt x="10095" y="1182255"/>
                  </a:lnTo>
                  <a:lnTo>
                    <a:pt x="4521" y="1134833"/>
                  </a:lnTo>
                  <a:lnTo>
                    <a:pt x="1138" y="1086814"/>
                  </a:lnTo>
                  <a:lnTo>
                    <a:pt x="0" y="103825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86877" y="6105900"/>
              <a:ext cx="2075920" cy="207650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375001" y="4748147"/>
              <a:ext cx="2076450" cy="2077085"/>
            </a:xfrm>
            <a:custGeom>
              <a:avLst/>
              <a:gdLst/>
              <a:ahLst/>
              <a:cxnLst/>
              <a:rect l="l" t="t" r="r" b="b"/>
              <a:pathLst>
                <a:path w="2076450" h="2077084">
                  <a:moveTo>
                    <a:pt x="0" y="1038250"/>
                  </a:moveTo>
                  <a:lnTo>
                    <a:pt x="1138" y="989685"/>
                  </a:lnTo>
                  <a:lnTo>
                    <a:pt x="4521" y="941667"/>
                  </a:lnTo>
                  <a:lnTo>
                    <a:pt x="10095" y="894245"/>
                  </a:lnTo>
                  <a:lnTo>
                    <a:pt x="17810" y="847472"/>
                  </a:lnTo>
                  <a:lnTo>
                    <a:pt x="27614" y="801398"/>
                  </a:lnTo>
                  <a:lnTo>
                    <a:pt x="39456" y="756077"/>
                  </a:lnTo>
                  <a:lnTo>
                    <a:pt x="53284" y="711558"/>
                  </a:lnTo>
                  <a:lnTo>
                    <a:pt x="69047" y="667894"/>
                  </a:lnTo>
                  <a:lnTo>
                    <a:pt x="86693" y="625135"/>
                  </a:lnTo>
                  <a:lnTo>
                    <a:pt x="106171" y="583334"/>
                  </a:lnTo>
                  <a:lnTo>
                    <a:pt x="127429" y="542542"/>
                  </a:lnTo>
                  <a:lnTo>
                    <a:pt x="150417" y="502810"/>
                  </a:lnTo>
                  <a:lnTo>
                    <a:pt x="175081" y="464190"/>
                  </a:lnTo>
                  <a:lnTo>
                    <a:pt x="201372" y="426733"/>
                  </a:lnTo>
                  <a:lnTo>
                    <a:pt x="229237" y="390490"/>
                  </a:lnTo>
                  <a:lnTo>
                    <a:pt x="258626" y="355514"/>
                  </a:lnTo>
                  <a:lnTo>
                    <a:pt x="289486" y="321856"/>
                  </a:lnTo>
                  <a:lnTo>
                    <a:pt x="321766" y="289567"/>
                  </a:lnTo>
                  <a:lnTo>
                    <a:pt x="355415" y="258698"/>
                  </a:lnTo>
                  <a:lnTo>
                    <a:pt x="390381" y="229301"/>
                  </a:lnTo>
                  <a:lnTo>
                    <a:pt x="426614" y="201428"/>
                  </a:lnTo>
                  <a:lnTo>
                    <a:pt x="464060" y="175130"/>
                  </a:lnTo>
                  <a:lnTo>
                    <a:pt x="502669" y="150459"/>
                  </a:lnTo>
                  <a:lnTo>
                    <a:pt x="542390" y="127465"/>
                  </a:lnTo>
                  <a:lnTo>
                    <a:pt x="583171" y="106201"/>
                  </a:lnTo>
                  <a:lnTo>
                    <a:pt x="624961" y="86717"/>
                  </a:lnTo>
                  <a:lnTo>
                    <a:pt x="667707" y="69066"/>
                  </a:lnTo>
                  <a:lnTo>
                    <a:pt x="711359" y="53299"/>
                  </a:lnTo>
                  <a:lnTo>
                    <a:pt x="755866" y="39467"/>
                  </a:lnTo>
                  <a:lnTo>
                    <a:pt x="801175" y="27622"/>
                  </a:lnTo>
                  <a:lnTo>
                    <a:pt x="847235" y="17815"/>
                  </a:lnTo>
                  <a:lnTo>
                    <a:pt x="893995" y="10098"/>
                  </a:lnTo>
                  <a:lnTo>
                    <a:pt x="941404" y="4522"/>
                  </a:lnTo>
                  <a:lnTo>
                    <a:pt x="989409" y="1139"/>
                  </a:lnTo>
                  <a:lnTo>
                    <a:pt x="1037960" y="0"/>
                  </a:lnTo>
                  <a:lnTo>
                    <a:pt x="1086511" y="1139"/>
                  </a:lnTo>
                  <a:lnTo>
                    <a:pt x="1134516" y="4522"/>
                  </a:lnTo>
                  <a:lnTo>
                    <a:pt x="1181925" y="10098"/>
                  </a:lnTo>
                  <a:lnTo>
                    <a:pt x="1228685" y="17815"/>
                  </a:lnTo>
                  <a:lnTo>
                    <a:pt x="1274745" y="27622"/>
                  </a:lnTo>
                  <a:lnTo>
                    <a:pt x="1320054" y="39467"/>
                  </a:lnTo>
                  <a:lnTo>
                    <a:pt x="1364561" y="53299"/>
                  </a:lnTo>
                  <a:lnTo>
                    <a:pt x="1408213" y="69066"/>
                  </a:lnTo>
                  <a:lnTo>
                    <a:pt x="1450959" y="86717"/>
                  </a:lnTo>
                  <a:lnTo>
                    <a:pt x="1492749" y="106201"/>
                  </a:lnTo>
                  <a:lnTo>
                    <a:pt x="1533530" y="127465"/>
                  </a:lnTo>
                  <a:lnTo>
                    <a:pt x="1573250" y="150459"/>
                  </a:lnTo>
                  <a:lnTo>
                    <a:pt x="1611860" y="175130"/>
                  </a:lnTo>
                  <a:lnTo>
                    <a:pt x="1649306" y="201428"/>
                  </a:lnTo>
                  <a:lnTo>
                    <a:pt x="1685538" y="229301"/>
                  </a:lnTo>
                  <a:lnTo>
                    <a:pt x="1720505" y="258698"/>
                  </a:lnTo>
                  <a:lnTo>
                    <a:pt x="1754154" y="289567"/>
                  </a:lnTo>
                  <a:lnTo>
                    <a:pt x="1786434" y="321856"/>
                  </a:lnTo>
                  <a:lnTo>
                    <a:pt x="1817294" y="355514"/>
                  </a:lnTo>
                  <a:lnTo>
                    <a:pt x="1846683" y="390490"/>
                  </a:lnTo>
                  <a:lnTo>
                    <a:pt x="1874548" y="426733"/>
                  </a:lnTo>
                  <a:lnTo>
                    <a:pt x="1900839" y="464190"/>
                  </a:lnTo>
                  <a:lnTo>
                    <a:pt x="1925503" y="502810"/>
                  </a:lnTo>
                  <a:lnTo>
                    <a:pt x="1948491" y="542542"/>
                  </a:lnTo>
                  <a:lnTo>
                    <a:pt x="1969749" y="583334"/>
                  </a:lnTo>
                  <a:lnTo>
                    <a:pt x="1989227" y="625135"/>
                  </a:lnTo>
                  <a:lnTo>
                    <a:pt x="2006873" y="667894"/>
                  </a:lnTo>
                  <a:lnTo>
                    <a:pt x="2022636" y="711558"/>
                  </a:lnTo>
                  <a:lnTo>
                    <a:pt x="2036464" y="756077"/>
                  </a:lnTo>
                  <a:lnTo>
                    <a:pt x="2048306" y="801398"/>
                  </a:lnTo>
                  <a:lnTo>
                    <a:pt x="2058110" y="847472"/>
                  </a:lnTo>
                  <a:lnTo>
                    <a:pt x="2065825" y="894245"/>
                  </a:lnTo>
                  <a:lnTo>
                    <a:pt x="2071399" y="941667"/>
                  </a:lnTo>
                  <a:lnTo>
                    <a:pt x="2074782" y="989685"/>
                  </a:lnTo>
                  <a:lnTo>
                    <a:pt x="2075920" y="1038250"/>
                  </a:lnTo>
                  <a:lnTo>
                    <a:pt x="2074782" y="1086814"/>
                  </a:lnTo>
                  <a:lnTo>
                    <a:pt x="2071399" y="1134833"/>
                  </a:lnTo>
                  <a:lnTo>
                    <a:pt x="2065825" y="1182255"/>
                  </a:lnTo>
                  <a:lnTo>
                    <a:pt x="2058110" y="1229028"/>
                  </a:lnTo>
                  <a:lnTo>
                    <a:pt x="2048306" y="1275101"/>
                  </a:lnTo>
                  <a:lnTo>
                    <a:pt x="2036464" y="1320423"/>
                  </a:lnTo>
                  <a:lnTo>
                    <a:pt x="2022636" y="1364942"/>
                  </a:lnTo>
                  <a:lnTo>
                    <a:pt x="2006873" y="1408606"/>
                  </a:lnTo>
                  <a:lnTo>
                    <a:pt x="1989227" y="1451365"/>
                  </a:lnTo>
                  <a:lnTo>
                    <a:pt x="1969749" y="1493166"/>
                  </a:lnTo>
                  <a:lnTo>
                    <a:pt x="1948491" y="1533958"/>
                  </a:lnTo>
                  <a:lnTo>
                    <a:pt x="1925503" y="1573690"/>
                  </a:lnTo>
                  <a:lnTo>
                    <a:pt x="1900839" y="1612310"/>
                  </a:lnTo>
                  <a:lnTo>
                    <a:pt x="1874548" y="1649767"/>
                  </a:lnTo>
                  <a:lnTo>
                    <a:pt x="1846683" y="1686010"/>
                  </a:lnTo>
                  <a:lnTo>
                    <a:pt x="1817294" y="1720986"/>
                  </a:lnTo>
                  <a:lnTo>
                    <a:pt x="1786434" y="1754644"/>
                  </a:lnTo>
                  <a:lnTo>
                    <a:pt x="1754154" y="1786933"/>
                  </a:lnTo>
                  <a:lnTo>
                    <a:pt x="1720505" y="1817802"/>
                  </a:lnTo>
                  <a:lnTo>
                    <a:pt x="1685538" y="1847199"/>
                  </a:lnTo>
                  <a:lnTo>
                    <a:pt x="1649306" y="1875072"/>
                  </a:lnTo>
                  <a:lnTo>
                    <a:pt x="1611860" y="1901370"/>
                  </a:lnTo>
                  <a:lnTo>
                    <a:pt x="1573250" y="1926042"/>
                  </a:lnTo>
                  <a:lnTo>
                    <a:pt x="1533530" y="1949035"/>
                  </a:lnTo>
                  <a:lnTo>
                    <a:pt x="1492749" y="1970300"/>
                  </a:lnTo>
                  <a:lnTo>
                    <a:pt x="1450959" y="1989783"/>
                  </a:lnTo>
                  <a:lnTo>
                    <a:pt x="1408213" y="2007434"/>
                  </a:lnTo>
                  <a:lnTo>
                    <a:pt x="1364561" y="2023201"/>
                  </a:lnTo>
                  <a:lnTo>
                    <a:pt x="1320054" y="2037033"/>
                  </a:lnTo>
                  <a:lnTo>
                    <a:pt x="1274745" y="2048878"/>
                  </a:lnTo>
                  <a:lnTo>
                    <a:pt x="1228685" y="2058685"/>
                  </a:lnTo>
                  <a:lnTo>
                    <a:pt x="1181925" y="2066402"/>
                  </a:lnTo>
                  <a:lnTo>
                    <a:pt x="1134516" y="2071978"/>
                  </a:lnTo>
                  <a:lnTo>
                    <a:pt x="1086511" y="2075361"/>
                  </a:lnTo>
                  <a:lnTo>
                    <a:pt x="1037960" y="2076501"/>
                  </a:lnTo>
                  <a:lnTo>
                    <a:pt x="989409" y="2075361"/>
                  </a:lnTo>
                  <a:lnTo>
                    <a:pt x="941404" y="2071978"/>
                  </a:lnTo>
                  <a:lnTo>
                    <a:pt x="893995" y="2066402"/>
                  </a:lnTo>
                  <a:lnTo>
                    <a:pt x="847235" y="2058685"/>
                  </a:lnTo>
                  <a:lnTo>
                    <a:pt x="801175" y="2048878"/>
                  </a:lnTo>
                  <a:lnTo>
                    <a:pt x="755866" y="2037033"/>
                  </a:lnTo>
                  <a:lnTo>
                    <a:pt x="711359" y="2023201"/>
                  </a:lnTo>
                  <a:lnTo>
                    <a:pt x="667707" y="2007434"/>
                  </a:lnTo>
                  <a:lnTo>
                    <a:pt x="624961" y="1989783"/>
                  </a:lnTo>
                  <a:lnTo>
                    <a:pt x="583171" y="1970300"/>
                  </a:lnTo>
                  <a:lnTo>
                    <a:pt x="542390" y="1949035"/>
                  </a:lnTo>
                  <a:lnTo>
                    <a:pt x="502669" y="1926042"/>
                  </a:lnTo>
                  <a:lnTo>
                    <a:pt x="464060" y="1901370"/>
                  </a:lnTo>
                  <a:lnTo>
                    <a:pt x="426614" y="1875072"/>
                  </a:lnTo>
                  <a:lnTo>
                    <a:pt x="390381" y="1847199"/>
                  </a:lnTo>
                  <a:lnTo>
                    <a:pt x="355415" y="1817802"/>
                  </a:lnTo>
                  <a:lnTo>
                    <a:pt x="321766" y="1786933"/>
                  </a:lnTo>
                  <a:lnTo>
                    <a:pt x="289486" y="1754644"/>
                  </a:lnTo>
                  <a:lnTo>
                    <a:pt x="258626" y="1720986"/>
                  </a:lnTo>
                  <a:lnTo>
                    <a:pt x="229237" y="1686010"/>
                  </a:lnTo>
                  <a:lnTo>
                    <a:pt x="201372" y="1649767"/>
                  </a:lnTo>
                  <a:lnTo>
                    <a:pt x="175081" y="1612310"/>
                  </a:lnTo>
                  <a:lnTo>
                    <a:pt x="150417" y="1573690"/>
                  </a:lnTo>
                  <a:lnTo>
                    <a:pt x="127429" y="1533958"/>
                  </a:lnTo>
                  <a:lnTo>
                    <a:pt x="106171" y="1493166"/>
                  </a:lnTo>
                  <a:lnTo>
                    <a:pt x="86693" y="1451365"/>
                  </a:lnTo>
                  <a:lnTo>
                    <a:pt x="69047" y="1408606"/>
                  </a:lnTo>
                  <a:lnTo>
                    <a:pt x="53284" y="1364942"/>
                  </a:lnTo>
                  <a:lnTo>
                    <a:pt x="39456" y="1320423"/>
                  </a:lnTo>
                  <a:lnTo>
                    <a:pt x="27614" y="1275101"/>
                  </a:lnTo>
                  <a:lnTo>
                    <a:pt x="17810" y="1229028"/>
                  </a:lnTo>
                  <a:lnTo>
                    <a:pt x="10095" y="1182255"/>
                  </a:lnTo>
                  <a:lnTo>
                    <a:pt x="4521" y="1134833"/>
                  </a:lnTo>
                  <a:lnTo>
                    <a:pt x="1138" y="1086814"/>
                  </a:lnTo>
                  <a:lnTo>
                    <a:pt x="0" y="103825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72651" y="7143859"/>
              <a:ext cx="2076450" cy="2077085"/>
            </a:xfrm>
            <a:custGeom>
              <a:avLst/>
              <a:gdLst/>
              <a:ahLst/>
              <a:cxnLst/>
              <a:rect l="l" t="t" r="r" b="b"/>
              <a:pathLst>
                <a:path w="2076450" h="2077084">
                  <a:moveTo>
                    <a:pt x="0" y="1038250"/>
                  </a:moveTo>
                  <a:lnTo>
                    <a:pt x="1138" y="989685"/>
                  </a:lnTo>
                  <a:lnTo>
                    <a:pt x="4521" y="941667"/>
                  </a:lnTo>
                  <a:lnTo>
                    <a:pt x="10095" y="894245"/>
                  </a:lnTo>
                  <a:lnTo>
                    <a:pt x="17810" y="847472"/>
                  </a:lnTo>
                  <a:lnTo>
                    <a:pt x="27614" y="801398"/>
                  </a:lnTo>
                  <a:lnTo>
                    <a:pt x="39456" y="756077"/>
                  </a:lnTo>
                  <a:lnTo>
                    <a:pt x="53284" y="711558"/>
                  </a:lnTo>
                  <a:lnTo>
                    <a:pt x="69047" y="667894"/>
                  </a:lnTo>
                  <a:lnTo>
                    <a:pt x="86693" y="625135"/>
                  </a:lnTo>
                  <a:lnTo>
                    <a:pt x="106171" y="583334"/>
                  </a:lnTo>
                  <a:lnTo>
                    <a:pt x="127429" y="542542"/>
                  </a:lnTo>
                  <a:lnTo>
                    <a:pt x="150417" y="502810"/>
                  </a:lnTo>
                  <a:lnTo>
                    <a:pt x="175081" y="464190"/>
                  </a:lnTo>
                  <a:lnTo>
                    <a:pt x="201372" y="426733"/>
                  </a:lnTo>
                  <a:lnTo>
                    <a:pt x="229237" y="390490"/>
                  </a:lnTo>
                  <a:lnTo>
                    <a:pt x="258626" y="355514"/>
                  </a:lnTo>
                  <a:lnTo>
                    <a:pt x="289486" y="321856"/>
                  </a:lnTo>
                  <a:lnTo>
                    <a:pt x="321766" y="289567"/>
                  </a:lnTo>
                  <a:lnTo>
                    <a:pt x="355415" y="258698"/>
                  </a:lnTo>
                  <a:lnTo>
                    <a:pt x="390381" y="229301"/>
                  </a:lnTo>
                  <a:lnTo>
                    <a:pt x="426614" y="201428"/>
                  </a:lnTo>
                  <a:lnTo>
                    <a:pt x="464060" y="175130"/>
                  </a:lnTo>
                  <a:lnTo>
                    <a:pt x="502669" y="150459"/>
                  </a:lnTo>
                  <a:lnTo>
                    <a:pt x="542390" y="127465"/>
                  </a:lnTo>
                  <a:lnTo>
                    <a:pt x="583171" y="106201"/>
                  </a:lnTo>
                  <a:lnTo>
                    <a:pt x="624961" y="86717"/>
                  </a:lnTo>
                  <a:lnTo>
                    <a:pt x="667707" y="69066"/>
                  </a:lnTo>
                  <a:lnTo>
                    <a:pt x="711359" y="53299"/>
                  </a:lnTo>
                  <a:lnTo>
                    <a:pt x="755866" y="39467"/>
                  </a:lnTo>
                  <a:lnTo>
                    <a:pt x="801175" y="27622"/>
                  </a:lnTo>
                  <a:lnTo>
                    <a:pt x="847235" y="17815"/>
                  </a:lnTo>
                  <a:lnTo>
                    <a:pt x="893995" y="10098"/>
                  </a:lnTo>
                  <a:lnTo>
                    <a:pt x="941404" y="4522"/>
                  </a:lnTo>
                  <a:lnTo>
                    <a:pt x="989409" y="1139"/>
                  </a:lnTo>
                  <a:lnTo>
                    <a:pt x="1037960" y="0"/>
                  </a:lnTo>
                  <a:lnTo>
                    <a:pt x="1086511" y="1139"/>
                  </a:lnTo>
                  <a:lnTo>
                    <a:pt x="1134516" y="4522"/>
                  </a:lnTo>
                  <a:lnTo>
                    <a:pt x="1181925" y="10098"/>
                  </a:lnTo>
                  <a:lnTo>
                    <a:pt x="1228685" y="17815"/>
                  </a:lnTo>
                  <a:lnTo>
                    <a:pt x="1274745" y="27622"/>
                  </a:lnTo>
                  <a:lnTo>
                    <a:pt x="1320054" y="39467"/>
                  </a:lnTo>
                  <a:lnTo>
                    <a:pt x="1364561" y="53299"/>
                  </a:lnTo>
                  <a:lnTo>
                    <a:pt x="1408213" y="69066"/>
                  </a:lnTo>
                  <a:lnTo>
                    <a:pt x="1450959" y="86717"/>
                  </a:lnTo>
                  <a:lnTo>
                    <a:pt x="1492749" y="106201"/>
                  </a:lnTo>
                  <a:lnTo>
                    <a:pt x="1533530" y="127465"/>
                  </a:lnTo>
                  <a:lnTo>
                    <a:pt x="1573250" y="150459"/>
                  </a:lnTo>
                  <a:lnTo>
                    <a:pt x="1611860" y="175130"/>
                  </a:lnTo>
                  <a:lnTo>
                    <a:pt x="1649306" y="201428"/>
                  </a:lnTo>
                  <a:lnTo>
                    <a:pt x="1685538" y="229301"/>
                  </a:lnTo>
                  <a:lnTo>
                    <a:pt x="1720505" y="258698"/>
                  </a:lnTo>
                  <a:lnTo>
                    <a:pt x="1754154" y="289567"/>
                  </a:lnTo>
                  <a:lnTo>
                    <a:pt x="1786434" y="321856"/>
                  </a:lnTo>
                  <a:lnTo>
                    <a:pt x="1817294" y="355514"/>
                  </a:lnTo>
                  <a:lnTo>
                    <a:pt x="1846683" y="390490"/>
                  </a:lnTo>
                  <a:lnTo>
                    <a:pt x="1874548" y="426733"/>
                  </a:lnTo>
                  <a:lnTo>
                    <a:pt x="1900839" y="464190"/>
                  </a:lnTo>
                  <a:lnTo>
                    <a:pt x="1925503" y="502810"/>
                  </a:lnTo>
                  <a:lnTo>
                    <a:pt x="1948491" y="542542"/>
                  </a:lnTo>
                  <a:lnTo>
                    <a:pt x="1969749" y="583334"/>
                  </a:lnTo>
                  <a:lnTo>
                    <a:pt x="1989227" y="625135"/>
                  </a:lnTo>
                  <a:lnTo>
                    <a:pt x="2006873" y="667894"/>
                  </a:lnTo>
                  <a:lnTo>
                    <a:pt x="2022636" y="711558"/>
                  </a:lnTo>
                  <a:lnTo>
                    <a:pt x="2036464" y="756077"/>
                  </a:lnTo>
                  <a:lnTo>
                    <a:pt x="2048306" y="801398"/>
                  </a:lnTo>
                  <a:lnTo>
                    <a:pt x="2058110" y="847472"/>
                  </a:lnTo>
                  <a:lnTo>
                    <a:pt x="2065825" y="894245"/>
                  </a:lnTo>
                  <a:lnTo>
                    <a:pt x="2071399" y="941667"/>
                  </a:lnTo>
                  <a:lnTo>
                    <a:pt x="2074782" y="989685"/>
                  </a:lnTo>
                  <a:lnTo>
                    <a:pt x="2075920" y="1038250"/>
                  </a:lnTo>
                  <a:lnTo>
                    <a:pt x="2074782" y="1086814"/>
                  </a:lnTo>
                  <a:lnTo>
                    <a:pt x="2071399" y="1134833"/>
                  </a:lnTo>
                  <a:lnTo>
                    <a:pt x="2065825" y="1182255"/>
                  </a:lnTo>
                  <a:lnTo>
                    <a:pt x="2058110" y="1229028"/>
                  </a:lnTo>
                  <a:lnTo>
                    <a:pt x="2048306" y="1275101"/>
                  </a:lnTo>
                  <a:lnTo>
                    <a:pt x="2036464" y="1320423"/>
                  </a:lnTo>
                  <a:lnTo>
                    <a:pt x="2022636" y="1364942"/>
                  </a:lnTo>
                  <a:lnTo>
                    <a:pt x="2006873" y="1408606"/>
                  </a:lnTo>
                  <a:lnTo>
                    <a:pt x="1989227" y="1451365"/>
                  </a:lnTo>
                  <a:lnTo>
                    <a:pt x="1969749" y="1493166"/>
                  </a:lnTo>
                  <a:lnTo>
                    <a:pt x="1948491" y="1533958"/>
                  </a:lnTo>
                  <a:lnTo>
                    <a:pt x="1925503" y="1573690"/>
                  </a:lnTo>
                  <a:lnTo>
                    <a:pt x="1900839" y="1612310"/>
                  </a:lnTo>
                  <a:lnTo>
                    <a:pt x="1874548" y="1649767"/>
                  </a:lnTo>
                  <a:lnTo>
                    <a:pt x="1846683" y="1686010"/>
                  </a:lnTo>
                  <a:lnTo>
                    <a:pt x="1817294" y="1720986"/>
                  </a:lnTo>
                  <a:lnTo>
                    <a:pt x="1786434" y="1754644"/>
                  </a:lnTo>
                  <a:lnTo>
                    <a:pt x="1754154" y="1786933"/>
                  </a:lnTo>
                  <a:lnTo>
                    <a:pt x="1720505" y="1817802"/>
                  </a:lnTo>
                  <a:lnTo>
                    <a:pt x="1685538" y="1847199"/>
                  </a:lnTo>
                  <a:lnTo>
                    <a:pt x="1649306" y="1875072"/>
                  </a:lnTo>
                  <a:lnTo>
                    <a:pt x="1611860" y="1901370"/>
                  </a:lnTo>
                  <a:lnTo>
                    <a:pt x="1573250" y="1926042"/>
                  </a:lnTo>
                  <a:lnTo>
                    <a:pt x="1533530" y="1949035"/>
                  </a:lnTo>
                  <a:lnTo>
                    <a:pt x="1492749" y="1970300"/>
                  </a:lnTo>
                  <a:lnTo>
                    <a:pt x="1450959" y="1989783"/>
                  </a:lnTo>
                  <a:lnTo>
                    <a:pt x="1408213" y="2007434"/>
                  </a:lnTo>
                  <a:lnTo>
                    <a:pt x="1364561" y="2023201"/>
                  </a:lnTo>
                  <a:lnTo>
                    <a:pt x="1320054" y="2037033"/>
                  </a:lnTo>
                  <a:lnTo>
                    <a:pt x="1274745" y="2048878"/>
                  </a:lnTo>
                  <a:lnTo>
                    <a:pt x="1228685" y="2058685"/>
                  </a:lnTo>
                  <a:lnTo>
                    <a:pt x="1181925" y="2066402"/>
                  </a:lnTo>
                  <a:lnTo>
                    <a:pt x="1134516" y="2071978"/>
                  </a:lnTo>
                  <a:lnTo>
                    <a:pt x="1086511" y="2075361"/>
                  </a:lnTo>
                  <a:lnTo>
                    <a:pt x="1037960" y="2076501"/>
                  </a:lnTo>
                  <a:lnTo>
                    <a:pt x="989409" y="2075361"/>
                  </a:lnTo>
                  <a:lnTo>
                    <a:pt x="941404" y="2071978"/>
                  </a:lnTo>
                  <a:lnTo>
                    <a:pt x="893995" y="2066402"/>
                  </a:lnTo>
                  <a:lnTo>
                    <a:pt x="847235" y="2058685"/>
                  </a:lnTo>
                  <a:lnTo>
                    <a:pt x="801175" y="2048878"/>
                  </a:lnTo>
                  <a:lnTo>
                    <a:pt x="755866" y="2037033"/>
                  </a:lnTo>
                  <a:lnTo>
                    <a:pt x="711359" y="2023201"/>
                  </a:lnTo>
                  <a:lnTo>
                    <a:pt x="667707" y="2007434"/>
                  </a:lnTo>
                  <a:lnTo>
                    <a:pt x="624961" y="1989783"/>
                  </a:lnTo>
                  <a:lnTo>
                    <a:pt x="583171" y="1970300"/>
                  </a:lnTo>
                  <a:lnTo>
                    <a:pt x="542390" y="1949035"/>
                  </a:lnTo>
                  <a:lnTo>
                    <a:pt x="502669" y="1926042"/>
                  </a:lnTo>
                  <a:lnTo>
                    <a:pt x="464060" y="1901370"/>
                  </a:lnTo>
                  <a:lnTo>
                    <a:pt x="426614" y="1875072"/>
                  </a:lnTo>
                  <a:lnTo>
                    <a:pt x="390381" y="1847199"/>
                  </a:lnTo>
                  <a:lnTo>
                    <a:pt x="355415" y="1817802"/>
                  </a:lnTo>
                  <a:lnTo>
                    <a:pt x="321766" y="1786933"/>
                  </a:lnTo>
                  <a:lnTo>
                    <a:pt x="289486" y="1754644"/>
                  </a:lnTo>
                  <a:lnTo>
                    <a:pt x="258626" y="1720986"/>
                  </a:lnTo>
                  <a:lnTo>
                    <a:pt x="229237" y="1686010"/>
                  </a:lnTo>
                  <a:lnTo>
                    <a:pt x="201372" y="1649767"/>
                  </a:lnTo>
                  <a:lnTo>
                    <a:pt x="175081" y="1612310"/>
                  </a:lnTo>
                  <a:lnTo>
                    <a:pt x="150417" y="1573690"/>
                  </a:lnTo>
                  <a:lnTo>
                    <a:pt x="127429" y="1533958"/>
                  </a:lnTo>
                  <a:lnTo>
                    <a:pt x="106171" y="1493166"/>
                  </a:lnTo>
                  <a:lnTo>
                    <a:pt x="86693" y="1451365"/>
                  </a:lnTo>
                  <a:lnTo>
                    <a:pt x="69047" y="1408606"/>
                  </a:lnTo>
                  <a:lnTo>
                    <a:pt x="53284" y="1364942"/>
                  </a:lnTo>
                  <a:lnTo>
                    <a:pt x="39456" y="1320423"/>
                  </a:lnTo>
                  <a:lnTo>
                    <a:pt x="27614" y="1275101"/>
                  </a:lnTo>
                  <a:lnTo>
                    <a:pt x="17810" y="1229028"/>
                  </a:lnTo>
                  <a:lnTo>
                    <a:pt x="10095" y="1182255"/>
                  </a:lnTo>
                  <a:lnTo>
                    <a:pt x="4521" y="1134833"/>
                  </a:lnTo>
                  <a:lnTo>
                    <a:pt x="1138" y="1086814"/>
                  </a:lnTo>
                  <a:lnTo>
                    <a:pt x="0" y="1038250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0836512" y="3115273"/>
            <a:ext cx="252031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10" dirty="0">
                <a:latin typeface="Times New Roman"/>
                <a:cs typeface="Times New Roman"/>
              </a:rPr>
              <a:t>PROBLEMA</a:t>
            </a:r>
            <a:endParaRPr sz="3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063402" y="7120273"/>
            <a:ext cx="232791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10" dirty="0">
                <a:latin typeface="Times New Roman"/>
                <a:cs typeface="Times New Roman"/>
              </a:rPr>
              <a:t>SOLUCIÒN</a:t>
            </a:r>
            <a:endParaRPr sz="3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945" y="652405"/>
            <a:ext cx="16423607" cy="9626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01801" y="6134139"/>
            <a:ext cx="3630014" cy="398990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CAPITULO</a:t>
            </a:r>
            <a:r>
              <a:rPr spc="-20" dirty="0"/>
              <a:t> </a:t>
            </a:r>
            <a:r>
              <a:rPr dirty="0"/>
              <a:t>IV.</a:t>
            </a:r>
            <a:r>
              <a:rPr spc="-20" dirty="0"/>
              <a:t> </a:t>
            </a:r>
            <a:r>
              <a:rPr dirty="0"/>
              <a:t>DESCRIPCIÓN</a:t>
            </a:r>
            <a:r>
              <a:rPr spc="-2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LA</a:t>
            </a:r>
            <a:r>
              <a:rPr spc="-20" dirty="0"/>
              <a:t> </a:t>
            </a:r>
            <a:r>
              <a:rPr spc="-10" dirty="0"/>
              <a:t>PROPUESTA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3215" y="3371293"/>
            <a:ext cx="1992311" cy="184149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72170" y="3387168"/>
            <a:ext cx="1992311" cy="18256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09372" y="5371542"/>
            <a:ext cx="1943472" cy="185157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77466" y="5371542"/>
            <a:ext cx="1911565" cy="185157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61680" y="7397408"/>
            <a:ext cx="1786285" cy="185272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513335" y="1802168"/>
            <a:ext cx="3249930" cy="1580515"/>
          </a:xfrm>
          <a:prstGeom prst="rect">
            <a:avLst/>
          </a:prstGeom>
        </p:spPr>
        <p:txBody>
          <a:bodyPr vert="horz" wrap="square" lIns="0" tIns="169545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1335"/>
              </a:spcBef>
            </a:pPr>
            <a:r>
              <a:rPr sz="4800" b="1" spc="-10" dirty="0">
                <a:latin typeface="Times New Roman"/>
                <a:cs typeface="Times New Roman"/>
              </a:rPr>
              <a:t>Módulos</a:t>
            </a:r>
            <a:endParaRPr sz="4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3600" b="1" spc="-10" dirty="0">
                <a:latin typeface="Times New Roman"/>
                <a:cs typeface="Times New Roman"/>
              </a:rPr>
              <a:t>ESTUDIANTES</a:t>
            </a:r>
            <a:endParaRPr sz="3600" dirty="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00967" y="1948646"/>
            <a:ext cx="600072" cy="75263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41755" y="3609770"/>
            <a:ext cx="600075" cy="676272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88552" y="4620594"/>
            <a:ext cx="704847" cy="148891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794342" y="6167198"/>
            <a:ext cx="599057" cy="67627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852055" y="6913559"/>
            <a:ext cx="514350" cy="61912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794342" y="8669114"/>
            <a:ext cx="552447" cy="581022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733568" y="7765755"/>
            <a:ext cx="742950" cy="72667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586631" y="3569806"/>
            <a:ext cx="8474462" cy="64644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latin typeface="Times New Roman"/>
                <a:cs typeface="Times New Roman"/>
              </a:rPr>
              <a:t>PROFESORES</a:t>
            </a:r>
            <a:endParaRPr lang="es-ES" sz="2800" b="1" spc="-10" dirty="0">
              <a:latin typeface="Times New Roman"/>
              <a:cs typeface="Times New Roman"/>
            </a:endParaRPr>
          </a:p>
          <a:p>
            <a:pPr marL="19050">
              <a:lnSpc>
                <a:spcPct val="100000"/>
              </a:lnSpc>
              <a:spcBef>
                <a:spcPts val="100"/>
              </a:spcBef>
            </a:pPr>
            <a:r>
              <a:rPr lang="es-VE" sz="2800" b="1" spc="-10" dirty="0">
                <a:latin typeface="Times New Roman"/>
                <a:cs typeface="Times New Roman"/>
              </a:rPr>
              <a:t>ALUMNOS</a:t>
            </a:r>
            <a:endParaRPr sz="2800" dirty="0">
              <a:latin typeface="Times New Roman"/>
              <a:cs typeface="Times New Roman"/>
            </a:endParaRPr>
          </a:p>
          <a:p>
            <a:pPr marL="19050" marR="471805" indent="-6350">
              <a:lnSpc>
                <a:spcPct val="151100"/>
              </a:lnSpc>
              <a:spcBef>
                <a:spcPts val="605"/>
              </a:spcBef>
            </a:pPr>
            <a:r>
              <a:rPr lang="es-ES" sz="2800" b="1" spc="-10" dirty="0">
                <a:latin typeface="Times New Roman"/>
                <a:cs typeface="Times New Roman"/>
              </a:rPr>
              <a:t>MATERIAS</a:t>
            </a:r>
            <a:endParaRPr sz="2800" dirty="0">
              <a:latin typeface="Times New Roman"/>
              <a:cs typeface="Times New Roman"/>
            </a:endParaRPr>
          </a:p>
          <a:p>
            <a:pPr marL="61594" marR="3479165" indent="-49530">
              <a:lnSpc>
                <a:spcPct val="151100"/>
              </a:lnSpc>
              <a:spcBef>
                <a:spcPts val="1225"/>
              </a:spcBef>
            </a:pPr>
            <a:r>
              <a:rPr sz="2800" b="1" spc="-10" dirty="0">
                <a:latin typeface="Times New Roman"/>
                <a:cs typeface="Times New Roman"/>
              </a:rPr>
              <a:t>CLASES MATRICULA</a:t>
            </a:r>
            <a:endParaRPr lang="es-ES" sz="2800" b="1" spc="-10" dirty="0">
              <a:latin typeface="Times New Roman"/>
              <a:cs typeface="Times New Roman"/>
            </a:endParaRPr>
          </a:p>
          <a:p>
            <a:pPr marL="61594" marR="3479165" indent="-49530">
              <a:lnSpc>
                <a:spcPct val="151100"/>
              </a:lnSpc>
              <a:spcBef>
                <a:spcPts val="1225"/>
              </a:spcBef>
            </a:pPr>
            <a:r>
              <a:rPr lang="es-VE" sz="2800" b="1" spc="-10" dirty="0">
                <a:latin typeface="Times New Roman"/>
                <a:cs typeface="Times New Roman"/>
              </a:rPr>
              <a:t>ASISTENCIA ESTUDIANTIL</a:t>
            </a:r>
            <a:endParaRPr sz="2800" dirty="0">
              <a:latin typeface="Times New Roman"/>
              <a:cs typeface="Times New Roman"/>
            </a:endParaRPr>
          </a:p>
          <a:p>
            <a:pPr marL="114300" marR="2591435" indent="-52705">
              <a:lnSpc>
                <a:spcPts val="6340"/>
              </a:lnSpc>
              <a:spcBef>
                <a:spcPts val="195"/>
              </a:spcBef>
            </a:pPr>
            <a:r>
              <a:rPr sz="2800" b="1" spc="-10" dirty="0">
                <a:latin typeface="Times New Roman"/>
                <a:cs typeface="Times New Roman"/>
              </a:rPr>
              <a:t>CALIFICACIONE</a:t>
            </a:r>
            <a:r>
              <a:rPr lang="es-ES" sz="2800" b="1" spc="-10" dirty="0">
                <a:latin typeface="Times New Roman"/>
                <a:cs typeface="Times New Roman"/>
              </a:rPr>
              <a:t>S</a:t>
            </a:r>
          </a:p>
          <a:p>
            <a:pPr marL="114300" marR="2591435" indent="-52705">
              <a:lnSpc>
                <a:spcPts val="6340"/>
              </a:lnSpc>
              <a:spcBef>
                <a:spcPts val="195"/>
              </a:spcBef>
            </a:pPr>
            <a:r>
              <a:rPr sz="2800" b="1" spc="-10" dirty="0">
                <a:latin typeface="Times New Roman"/>
                <a:cs typeface="Times New Roman"/>
              </a:rPr>
              <a:t>REPORTES</a:t>
            </a:r>
            <a:endParaRPr lang="es-ES" sz="2800" b="1" spc="-10" dirty="0">
              <a:latin typeface="Times New Roman"/>
              <a:cs typeface="Times New Roman"/>
            </a:endParaRPr>
          </a:p>
          <a:p>
            <a:pPr marL="114300" marR="2591435" indent="-52705">
              <a:lnSpc>
                <a:spcPts val="6340"/>
              </a:lnSpc>
              <a:spcBef>
                <a:spcPts val="195"/>
              </a:spcBef>
            </a:pPr>
            <a:r>
              <a:rPr lang="es-VE" sz="2800" b="1" spc="-10" dirty="0">
                <a:latin typeface="Times New Roman"/>
                <a:cs typeface="Times New Roman"/>
              </a:rPr>
              <a:t>GRAFICOS</a:t>
            </a:r>
            <a:endParaRPr lang="es-ES" sz="2800" b="1" spc="-10" dirty="0">
              <a:latin typeface="Times New Roman"/>
              <a:cs typeface="Times New Roman"/>
            </a:endParaRPr>
          </a:p>
          <a:p>
            <a:pPr marL="114300" marR="2591435" indent="-52705">
              <a:lnSpc>
                <a:spcPts val="6340"/>
              </a:lnSpc>
              <a:spcBef>
                <a:spcPts val="195"/>
              </a:spcBef>
            </a:pPr>
            <a:endParaRPr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1800" y="6134139"/>
            <a:ext cx="3630014" cy="398990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CAPITULO</a:t>
            </a:r>
            <a:r>
              <a:rPr spc="-20" dirty="0"/>
              <a:t> </a:t>
            </a:r>
            <a:r>
              <a:rPr dirty="0"/>
              <a:t>IV.</a:t>
            </a:r>
            <a:r>
              <a:rPr spc="-20" dirty="0"/>
              <a:t> </a:t>
            </a:r>
            <a:r>
              <a:rPr dirty="0"/>
              <a:t>DESCRIPCIÓN</a:t>
            </a:r>
            <a:r>
              <a:rPr spc="-2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LA</a:t>
            </a:r>
            <a:r>
              <a:rPr spc="-20" dirty="0"/>
              <a:t> </a:t>
            </a:r>
            <a:r>
              <a:rPr spc="-10" dirty="0"/>
              <a:t>PROPUESTA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7684" y="1898386"/>
            <a:ext cx="5572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Requerimientos</a:t>
            </a:r>
            <a:r>
              <a:rPr sz="3600" b="1" spc="-150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Funcionales</a:t>
            </a:r>
            <a:endParaRPr sz="36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421909"/>
              </p:ext>
            </p:extLst>
          </p:nvPr>
        </p:nvGraphicFramePr>
        <p:xfrm>
          <a:off x="1032594" y="2564837"/>
          <a:ext cx="16480789" cy="7600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9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7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041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2800" b="1" spc="-50" dirty="0"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4795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0"/>
                        </a:spcBef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REQUERIMIENTO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15570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DESCRIPCIÒN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213995" marR="88265" indent="-118745">
                        <a:lnSpc>
                          <a:spcPct val="100000"/>
                        </a:lnSpc>
                        <a:spcBef>
                          <a:spcPts val="1964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RF-</a:t>
                      </a: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01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9554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57848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GESTIONAR</a:t>
                      </a:r>
                      <a:r>
                        <a:rPr sz="28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USUARIOS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  <a:tabLst>
                          <a:tab pos="631190" algn="l"/>
                          <a:tab pos="2927985" algn="l"/>
                          <a:tab pos="4000500" algn="l"/>
                          <a:tab pos="5023485" algn="l"/>
                          <a:tab pos="6718300" algn="l"/>
                          <a:tab pos="8244840" algn="l"/>
                          <a:tab pos="8646795" algn="l"/>
                          <a:tab pos="10055225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El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Administrador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puede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crear,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modificar,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consultar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eliminar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los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registros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usuarios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en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el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sistema.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1775">
                <a:tc>
                  <a:txBody>
                    <a:bodyPr/>
                    <a:lstStyle/>
                    <a:p>
                      <a:pPr marL="213995" marR="88265" indent="-118745">
                        <a:lnSpc>
                          <a:spcPct val="100000"/>
                        </a:lnSpc>
                        <a:spcBef>
                          <a:spcPts val="248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RF-</a:t>
                      </a: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02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14960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85"/>
                        </a:spcBef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  <a:p>
                      <a:pPr marR="159385" algn="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REGISTRAR</a:t>
                      </a:r>
                      <a:r>
                        <a:rPr sz="28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ESTUDIANTES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69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El</a:t>
                      </a:r>
                      <a:r>
                        <a:rPr sz="2800" spc="6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sistema</a:t>
                      </a:r>
                      <a:r>
                        <a:rPr sz="2800" spc="6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debe</a:t>
                      </a:r>
                      <a:r>
                        <a:rPr sz="2800" spc="6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permitir</a:t>
                      </a:r>
                      <a:r>
                        <a:rPr sz="2800" spc="6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al</a:t>
                      </a:r>
                      <a:r>
                        <a:rPr sz="2800" spc="6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Asistente</a:t>
                      </a:r>
                      <a:r>
                        <a:rPr sz="2800" spc="6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registrar</a:t>
                      </a:r>
                      <a:r>
                        <a:rPr sz="2800" spc="6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6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actualizar</a:t>
                      </a:r>
                      <a:r>
                        <a:rPr sz="2800" spc="6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los</a:t>
                      </a:r>
                      <a:r>
                        <a:rPr sz="2800" spc="6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datos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personales,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contacto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académicos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cada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 err="1">
                          <a:latin typeface="Times New Roman"/>
                          <a:cs typeface="Times New Roman"/>
                        </a:rPr>
                        <a:t>estudiante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s-ES" sz="2800" spc="-5" dirty="0">
                          <a:latin typeface="Times New Roman"/>
                          <a:cs typeface="Times New Roman"/>
                        </a:rPr>
                        <a:t>o profesor en la institución </a:t>
                      </a:r>
                      <a:r>
                        <a:rPr lang="es-ES" sz="2800" spc="-5" dirty="0" err="1">
                          <a:latin typeface="Times New Roman"/>
                          <a:cs typeface="Times New Roman"/>
                        </a:rPr>
                        <a:t>academica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116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6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13995" marR="88265" indent="-11874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RF-</a:t>
                      </a: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03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6065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695"/>
                        </a:spcBef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  <a:p>
                      <a:pPr marR="130810" algn="r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CARGAR</a:t>
                      </a:r>
                      <a:r>
                        <a:rPr sz="2800" b="1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CALIFICACIONES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4226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El</a:t>
                      </a:r>
                      <a:r>
                        <a:rPr sz="2800" spc="1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sistema</a:t>
                      </a:r>
                      <a:r>
                        <a:rPr sz="2800" spc="1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debe</a:t>
                      </a:r>
                      <a:r>
                        <a:rPr sz="2800" spc="1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permitir</a:t>
                      </a:r>
                      <a:r>
                        <a:rPr sz="2800" spc="1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al</a:t>
                      </a:r>
                      <a:r>
                        <a:rPr sz="2800" spc="1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Personal</a:t>
                      </a:r>
                      <a:r>
                        <a:rPr sz="2800" spc="1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Docente</a:t>
                      </a:r>
                      <a:r>
                        <a:rPr sz="2800" spc="1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transcribir</a:t>
                      </a:r>
                      <a:r>
                        <a:rPr sz="2800" spc="1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las</a:t>
                      </a:r>
                      <a:r>
                        <a:rPr sz="2800" spc="1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notas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  <a:p>
                      <a:pPr marL="91440" marR="88265">
                        <a:lnSpc>
                          <a:spcPct val="150000"/>
                        </a:lnSpc>
                        <a:tabLst>
                          <a:tab pos="1619250" algn="l"/>
                          <a:tab pos="2061845" algn="l"/>
                          <a:tab pos="3274060" algn="l"/>
                          <a:tab pos="3874770" algn="l"/>
                          <a:tab pos="4554855" algn="l"/>
                          <a:tab pos="6398895" algn="l"/>
                          <a:tab pos="8065134" algn="l"/>
                          <a:tab pos="8488045" algn="l"/>
                          <a:tab pos="9207500" algn="l"/>
                        </a:tabLst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parciales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finales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los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estudiantes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asignados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sus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unidades curriculares.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4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0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13995" marR="88265" indent="-11874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RF-</a:t>
                      </a: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04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27000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marL="1438275" marR="178435" indent="-1166495">
                        <a:lnSpc>
                          <a:spcPct val="114999"/>
                        </a:lnSpc>
                        <a:spcBef>
                          <a:spcPts val="321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GESTIONAR</a:t>
                      </a:r>
                      <a:r>
                        <a:rPr lang="es-ES" sz="28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s-ES" sz="2400" b="1" dirty="0">
                          <a:latin typeface="Times New Roman"/>
                          <a:cs typeface="Times New Roman"/>
                        </a:rPr>
                        <a:t>INSCRIPCIONES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0830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El</a:t>
                      </a:r>
                      <a:r>
                        <a:rPr sz="2800" spc="1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 err="1">
                          <a:latin typeface="Times New Roman"/>
                          <a:cs typeface="Times New Roman"/>
                        </a:rPr>
                        <a:t>sistema</a:t>
                      </a:r>
                      <a:r>
                        <a:rPr sz="2800" spc="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 err="1">
                          <a:latin typeface="Times New Roman"/>
                          <a:cs typeface="Times New Roman"/>
                        </a:rPr>
                        <a:t>permite</a:t>
                      </a:r>
                      <a:r>
                        <a:rPr lang="es-ES" sz="2800" dirty="0">
                          <a:latin typeface="Times New Roman"/>
                          <a:cs typeface="Times New Roman"/>
                        </a:rPr>
                        <a:t> Registrar dentro del sistema a los alumnos a cualquier materia disponible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1800" y="6134139"/>
            <a:ext cx="3630014" cy="398990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CAPITULO</a:t>
            </a:r>
            <a:r>
              <a:rPr spc="-20" dirty="0"/>
              <a:t> </a:t>
            </a:r>
            <a:r>
              <a:rPr dirty="0"/>
              <a:t>IV.</a:t>
            </a:r>
            <a:r>
              <a:rPr spc="-20" dirty="0"/>
              <a:t> </a:t>
            </a:r>
            <a:r>
              <a:rPr dirty="0"/>
              <a:t>DESCRIPCIÓN</a:t>
            </a:r>
            <a:r>
              <a:rPr spc="-2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LA</a:t>
            </a:r>
            <a:r>
              <a:rPr spc="-20" dirty="0"/>
              <a:t> </a:t>
            </a:r>
            <a:r>
              <a:rPr spc="-10" dirty="0"/>
              <a:t>PROPUESTA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7684" y="1898386"/>
            <a:ext cx="55721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Requerimientos</a:t>
            </a:r>
            <a:r>
              <a:rPr sz="3600" b="1" spc="-150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Funcionales</a:t>
            </a:r>
            <a:endParaRPr sz="36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20476"/>
              </p:ext>
            </p:extLst>
          </p:nvPr>
        </p:nvGraphicFramePr>
        <p:xfrm>
          <a:off x="1110427" y="2528766"/>
          <a:ext cx="16406495" cy="72107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17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082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01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800" b="1" spc="-50" dirty="0"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10"/>
                        </a:spcBef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REQUERIMIENTO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90170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DESCRIPCION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6561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RF-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  <a:p>
                      <a:pPr marL="212090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05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  <a:p>
                      <a:pPr marL="87630" algn="ctr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GENERAR</a:t>
                      </a:r>
                      <a:r>
                        <a:rPr sz="28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REPORTES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El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sistema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debe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emitir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reportes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en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formato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PDF.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53575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lang="es-VE" sz="2800" b="1" dirty="0">
                          <a:latin typeface="Times New Roman"/>
                          <a:cs typeface="Times New Roman"/>
                        </a:rPr>
                        <a:t>RF-</a:t>
                      </a:r>
                      <a:endParaRPr lang="es-VE" sz="2800" dirty="0">
                        <a:latin typeface="Times New Roman"/>
                        <a:cs typeface="Times New Roman"/>
                      </a:endParaRPr>
                    </a:p>
                    <a:p>
                      <a:pPr marL="212090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lang="es-VE" sz="2800" b="1" spc="-25" dirty="0">
                          <a:latin typeface="Times New Roman"/>
                          <a:cs typeface="Times New Roman"/>
                        </a:rPr>
                        <a:t>06</a:t>
                      </a:r>
                      <a:endParaRPr lang="es-VE" sz="2800" dirty="0">
                        <a:latin typeface="Times New Roman"/>
                        <a:cs typeface="Times New Roman"/>
                      </a:endParaRPr>
                    </a:p>
                    <a:p>
                      <a:pPr marL="212090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 cap="flat" cmpd="sng" algn="ctr">
                      <a:solidFill>
                        <a:srgbClr val="4E8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8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marL="87630" algn="ctr">
                        <a:lnSpc>
                          <a:spcPct val="100000"/>
                        </a:lnSpc>
                      </a:pPr>
                      <a:r>
                        <a:rPr lang="es-VE" sz="2800" b="1" dirty="0">
                          <a:latin typeface="Times New Roman"/>
                          <a:cs typeface="Times New Roman"/>
                        </a:rPr>
                        <a:t>REGISTRAR ASISTENCIAS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 cap="flat" cmpd="sng" algn="ctr">
                      <a:solidFill>
                        <a:srgbClr val="4E8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E8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E8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</a:pPr>
                      <a:r>
                        <a:rPr lang="es-ES" sz="2800" dirty="0">
                          <a:latin typeface="Times New Roman"/>
                          <a:cs typeface="Times New Roman"/>
                        </a:rPr>
                        <a:t>El sistema permite registrar las asistencias diarias de los alumnos en las materias correspondientes a las clases del calendario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 cap="flat" cmpd="sng" algn="ctr">
                      <a:solidFill>
                        <a:srgbClr val="4E8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 cap="flat" cmpd="sng" algn="ctr">
                      <a:solidFill>
                        <a:srgbClr val="4E8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673884"/>
                  </a:ext>
                </a:extLst>
              </a:tr>
              <a:tr h="1798376">
                <a:tc>
                  <a:txBody>
                    <a:bodyPr/>
                    <a:lstStyle/>
                    <a:p>
                      <a:pPr marL="212090" marR="86360" indent="-118745">
                        <a:lnSpc>
                          <a:spcPct val="150000"/>
                        </a:lnSpc>
                        <a:spcBef>
                          <a:spcPts val="1125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RF-</a:t>
                      </a: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lang="es-ES" sz="2800" b="1" spc="-25" dirty="0">
                          <a:latin typeface="Times New Roman"/>
                          <a:cs typeface="Times New Roman"/>
                        </a:rPr>
                        <a:t>7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4287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5"/>
                        </a:spcBef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  <a:p>
                      <a:pPr marL="25463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RECUPERAR</a:t>
                      </a:r>
                      <a:r>
                        <a:rPr sz="2800" b="1" spc="-1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CONTRASEÑAS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6733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El</a:t>
                      </a:r>
                      <a:r>
                        <a:rPr sz="2800" spc="2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usuario</a:t>
                      </a:r>
                      <a:r>
                        <a:rPr sz="2800" spc="2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registrado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previamente</a:t>
                      </a:r>
                      <a:r>
                        <a:rPr sz="2800" spc="2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en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el</a:t>
                      </a:r>
                      <a:r>
                        <a:rPr sz="2800" spc="2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sistema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puede</a:t>
                      </a:r>
                      <a:r>
                        <a:rPr sz="2800" spc="2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optar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por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  <a:p>
                      <a:pPr marL="90805" marR="89535">
                        <a:lnSpc>
                          <a:spcPct val="150000"/>
                        </a:lnSpc>
                        <a:tabLst>
                          <a:tab pos="1604645" algn="l"/>
                          <a:tab pos="2192020" algn="l"/>
                          <a:tab pos="3982085" algn="l"/>
                          <a:tab pos="4766945" algn="l"/>
                          <a:tab pos="5393690" algn="l"/>
                          <a:tab pos="6572250" algn="l"/>
                          <a:tab pos="7968615" algn="l"/>
                          <a:tab pos="8496300" algn="l"/>
                          <a:tab pos="9674860" algn="l"/>
                        </a:tabLst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restaurar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su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contraseña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con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un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enlace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enviado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al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correo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de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recuperación.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6561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RF-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  <a:p>
                      <a:pPr marL="212090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lang="es-ES" sz="2800" b="1" spc="-25" dirty="0">
                          <a:latin typeface="Times New Roman"/>
                          <a:cs typeface="Times New Roman"/>
                        </a:rPr>
                        <a:t>8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  <a:p>
                      <a:pPr marL="25971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RESPALDAR</a:t>
                      </a:r>
                      <a:r>
                        <a:rPr sz="28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latin typeface="Times New Roman"/>
                          <a:cs typeface="Times New Roman"/>
                        </a:rPr>
                        <a:t>BASE</a:t>
                      </a:r>
                      <a:r>
                        <a:rPr sz="28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28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DATOS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Permitirá</a:t>
                      </a:r>
                      <a:r>
                        <a:rPr sz="28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al</a:t>
                      </a:r>
                      <a:r>
                        <a:rPr sz="28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administrador</a:t>
                      </a:r>
                      <a:r>
                        <a:rPr sz="28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cargar</a:t>
                      </a:r>
                      <a:r>
                        <a:rPr sz="28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un</a:t>
                      </a:r>
                      <a:r>
                        <a:rPr sz="28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archivo</a:t>
                      </a:r>
                      <a:r>
                        <a:rPr sz="28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28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respaldo</a:t>
                      </a:r>
                      <a:r>
                        <a:rPr sz="2800" spc="1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previo</a:t>
                      </a:r>
                      <a:r>
                        <a:rPr sz="2800" spc="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para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1680"/>
                        </a:spcBef>
                        <a:tabLst>
                          <a:tab pos="3208020" algn="l"/>
                        </a:tabLst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recuperar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restaurar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la</a:t>
                      </a:r>
                      <a:r>
                        <a:rPr sz="28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información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del</a:t>
                      </a:r>
                      <a:r>
                        <a:rPr sz="28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sistema.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1800" y="6134139"/>
            <a:ext cx="3630014" cy="398990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CAPITULO</a:t>
            </a:r>
            <a:r>
              <a:rPr spc="-20" dirty="0"/>
              <a:t> </a:t>
            </a:r>
            <a:r>
              <a:rPr dirty="0"/>
              <a:t>IV.</a:t>
            </a:r>
            <a:r>
              <a:rPr spc="-20" dirty="0"/>
              <a:t> </a:t>
            </a:r>
            <a:r>
              <a:rPr dirty="0"/>
              <a:t>DESCRIPCIÓN</a:t>
            </a:r>
            <a:r>
              <a:rPr spc="-2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LA</a:t>
            </a:r>
            <a:r>
              <a:rPr spc="-20" dirty="0"/>
              <a:t> </a:t>
            </a:r>
            <a:r>
              <a:rPr spc="-10" dirty="0"/>
              <a:t>PROPUESTA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7684" y="1898386"/>
            <a:ext cx="6244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Requerimientos</a:t>
            </a:r>
            <a:r>
              <a:rPr sz="3600" b="1" spc="-7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No</a:t>
            </a:r>
            <a:r>
              <a:rPr sz="3600" b="1" spc="-7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Funcionales</a:t>
            </a:r>
            <a:endParaRPr sz="36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875595"/>
              </p:ext>
            </p:extLst>
          </p:nvPr>
        </p:nvGraphicFramePr>
        <p:xfrm>
          <a:off x="1032594" y="2487540"/>
          <a:ext cx="16444594" cy="72425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0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0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74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spc="-50" dirty="0"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marR="133350" algn="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REQUERIMIENTO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DESCRIPCION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574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496570" marR="243204" indent="-24701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RNF-</a:t>
                      </a: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01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6733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2800" dirty="0">
                        <a:latin typeface="Times New Roman"/>
                        <a:cs typeface="Times New Roman"/>
                      </a:endParaRPr>
                    </a:p>
                    <a:p>
                      <a:pPr marL="687070">
                        <a:lnSpc>
                          <a:spcPct val="100000"/>
                        </a:lnSpc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SEGURIDAD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89535" algn="just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Todas</a:t>
                      </a:r>
                      <a:r>
                        <a:rPr sz="2800" spc="4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las</a:t>
                      </a:r>
                      <a:r>
                        <a:rPr sz="2800" spc="4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contraseñas</a:t>
                      </a:r>
                      <a:r>
                        <a:rPr sz="2800" spc="4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2800" spc="4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los</a:t>
                      </a:r>
                      <a:r>
                        <a:rPr sz="2800" spc="4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usuarios</a:t>
                      </a:r>
                      <a:r>
                        <a:rPr sz="2800" spc="4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(Admin,</a:t>
                      </a:r>
                      <a:r>
                        <a:rPr sz="2800" spc="4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Asistente,</a:t>
                      </a:r>
                      <a:r>
                        <a:rPr sz="2800" spc="4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Docente)</a:t>
                      </a:r>
                      <a:r>
                        <a:rPr sz="2800" spc="4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deben</a:t>
                      </a:r>
                      <a:r>
                        <a:rPr sz="2800" spc="4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ser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almacenadas</a:t>
                      </a:r>
                      <a:r>
                        <a:rPr sz="28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mediante</a:t>
                      </a:r>
                      <a:r>
                        <a:rPr sz="28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algoritmos</a:t>
                      </a:r>
                      <a:r>
                        <a:rPr sz="28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28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has</a:t>
                      </a:r>
                      <a:r>
                        <a:rPr lang="es-ES" sz="2800" dirty="0">
                          <a:latin typeface="Times New Roman"/>
                          <a:cs typeface="Times New Roman"/>
                        </a:rPr>
                        <a:t>h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28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para</a:t>
                      </a:r>
                      <a:r>
                        <a:rPr sz="28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garantizar</a:t>
                      </a:r>
                      <a:r>
                        <a:rPr sz="28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que</a:t>
                      </a:r>
                      <a:r>
                        <a:rPr sz="28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28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sean</a:t>
                      </a:r>
                      <a:r>
                        <a:rPr sz="2800" spc="2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legibles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en</a:t>
                      </a:r>
                      <a:r>
                        <a:rPr sz="2800" spc="3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la</a:t>
                      </a:r>
                      <a:r>
                        <a:rPr sz="2800" spc="3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base</a:t>
                      </a:r>
                      <a:r>
                        <a:rPr sz="2800" spc="3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2800" spc="3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datos</a:t>
                      </a:r>
                      <a:r>
                        <a:rPr sz="2800" spc="3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MySQL.</a:t>
                      </a:r>
                    </a:p>
                  </a:txBody>
                  <a:tcPr marL="0" marR="0" marT="361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44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496570" marR="243204" indent="-24701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RNF-</a:t>
                      </a: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02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6733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637540">
                        <a:lnSpc>
                          <a:spcPct val="100000"/>
                        </a:lnSpc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USABILIDAD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88265" algn="just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La</a:t>
                      </a:r>
                      <a:r>
                        <a:rPr sz="2800" spc="29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interfaz</a:t>
                      </a:r>
                      <a:r>
                        <a:rPr sz="2800" spc="29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debe</a:t>
                      </a:r>
                      <a:r>
                        <a:rPr sz="2800" spc="29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ser</a:t>
                      </a:r>
                      <a:r>
                        <a:rPr sz="2800" spc="29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Responsiva</a:t>
                      </a:r>
                      <a:r>
                        <a:rPr sz="2800" spc="29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gracias</a:t>
                      </a:r>
                      <a:r>
                        <a:rPr sz="2800" spc="29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al</a:t>
                      </a:r>
                      <a:r>
                        <a:rPr sz="2800" spc="30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uso</a:t>
                      </a:r>
                      <a:r>
                        <a:rPr sz="2800" spc="29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2800" spc="29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CSS3,</a:t>
                      </a:r>
                      <a:r>
                        <a:rPr sz="2800" spc="29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adaptándose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correctamente</a:t>
                      </a:r>
                      <a:r>
                        <a:rPr sz="2800" spc="5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2800" spc="5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computadoras</a:t>
                      </a:r>
                      <a:r>
                        <a:rPr sz="2800" spc="5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2800" spc="5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escritorio,</a:t>
                      </a:r>
                      <a:r>
                        <a:rPr sz="2800" spc="5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tablets</a:t>
                      </a:r>
                      <a:r>
                        <a:rPr sz="2800" spc="5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lang="es-ES" sz="2800" dirty="0">
                          <a:latin typeface="Times New Roman"/>
                          <a:cs typeface="Times New Roman"/>
                        </a:rPr>
                        <a:t> teléfonos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.El</a:t>
                      </a:r>
                      <a:r>
                        <a:rPr sz="2800" spc="5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diseño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debe</a:t>
                      </a:r>
                      <a:r>
                        <a:rPr sz="2800" spc="5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ser</a:t>
                      </a:r>
                      <a:r>
                        <a:rPr sz="2800" spc="5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intuitivo,</a:t>
                      </a:r>
                      <a:r>
                        <a:rPr sz="2800" spc="5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permitiendo</a:t>
                      </a:r>
                      <a:r>
                        <a:rPr sz="2800" spc="5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que</a:t>
                      </a:r>
                      <a:r>
                        <a:rPr sz="2800" spc="5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un</a:t>
                      </a:r>
                      <a:r>
                        <a:rPr sz="2800" spc="5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usuario</a:t>
                      </a:r>
                      <a:r>
                        <a:rPr sz="2800" spc="5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con</a:t>
                      </a:r>
                      <a:r>
                        <a:rPr sz="2800" spc="5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conocimiento</a:t>
                      </a:r>
                      <a:r>
                        <a:rPr sz="2800" spc="5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básicos</a:t>
                      </a:r>
                      <a:r>
                        <a:rPr sz="2800" spc="5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de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computación</a:t>
                      </a:r>
                      <a:r>
                        <a:rPr sz="2800" spc="6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pueda</a:t>
                      </a:r>
                      <a:r>
                        <a:rPr sz="2800" spc="6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completar</a:t>
                      </a:r>
                      <a:r>
                        <a:rPr sz="2800" spc="6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un</a:t>
                      </a:r>
                      <a:r>
                        <a:rPr sz="2800" spc="6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Registro</a:t>
                      </a:r>
                      <a:r>
                        <a:rPr sz="2800" spc="6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Estudiantil</a:t>
                      </a:r>
                      <a:r>
                        <a:rPr sz="2800" spc="6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en</a:t>
                      </a:r>
                      <a:r>
                        <a:rPr sz="2800" spc="6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menos</a:t>
                      </a:r>
                      <a:r>
                        <a:rPr sz="2800" spc="6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2800" spc="6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2800" spc="6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pasos lógicos.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496570" marR="243204" indent="-247015">
                        <a:lnSpc>
                          <a:spcPct val="100000"/>
                        </a:lnSpc>
                        <a:spcBef>
                          <a:spcPts val="1964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RNF-</a:t>
                      </a: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03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9554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86360" algn="ctr">
                        <a:lnSpc>
                          <a:spcPct val="100000"/>
                        </a:lnSpc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RENDIMIENTO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89535" algn="just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El</a:t>
                      </a:r>
                      <a:r>
                        <a:rPr sz="28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tiempo</a:t>
                      </a:r>
                      <a:r>
                        <a:rPr sz="28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28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respuesta</a:t>
                      </a:r>
                      <a:r>
                        <a:rPr sz="28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del</a:t>
                      </a:r>
                      <a:r>
                        <a:rPr sz="28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servidor</a:t>
                      </a:r>
                      <a:r>
                        <a:rPr sz="28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para</a:t>
                      </a:r>
                      <a:r>
                        <a:rPr sz="28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procesar</a:t>
                      </a:r>
                      <a:r>
                        <a:rPr sz="28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la</a:t>
                      </a:r>
                      <a:r>
                        <a:rPr sz="28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carga</a:t>
                      </a:r>
                      <a:r>
                        <a:rPr sz="28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28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notas</a:t>
                      </a:r>
                      <a:r>
                        <a:rPr sz="28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generar</a:t>
                      </a:r>
                      <a:r>
                        <a:rPr sz="2800" spc="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un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reporte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en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PDF</a:t>
                      </a:r>
                      <a:r>
                        <a:rPr sz="2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no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debe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exceder</a:t>
                      </a:r>
                      <a:r>
                        <a:rPr sz="2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los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2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segundos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bajo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condiciones</a:t>
                      </a:r>
                      <a:r>
                        <a:rPr sz="2800" spc="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normales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2800" spc="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la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red</a:t>
                      </a:r>
                      <a:r>
                        <a:rPr sz="28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local.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496570" marR="243204" indent="-247015">
                        <a:lnSpc>
                          <a:spcPct val="100000"/>
                        </a:lnSpc>
                        <a:spcBef>
                          <a:spcPts val="1964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RNF-</a:t>
                      </a: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04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49554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R="158115" algn="r">
                        <a:lnSpc>
                          <a:spcPct val="100000"/>
                        </a:lnSpc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DISPONIBILIDAD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marL="90805" marR="88900" algn="just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El</a:t>
                      </a:r>
                      <a:r>
                        <a:rPr sz="2800" spc="4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sistema</a:t>
                      </a:r>
                      <a:r>
                        <a:rPr sz="2800" spc="4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debe</a:t>
                      </a:r>
                      <a:r>
                        <a:rPr sz="2800" spc="4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garantizar</a:t>
                      </a:r>
                      <a:r>
                        <a:rPr sz="2800" spc="4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un</a:t>
                      </a:r>
                      <a:r>
                        <a:rPr sz="2800" spc="4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acceso</a:t>
                      </a:r>
                      <a:r>
                        <a:rPr sz="2800" spc="4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estable</a:t>
                      </a:r>
                      <a:r>
                        <a:rPr sz="2800" spc="4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durante</a:t>
                      </a:r>
                      <a:r>
                        <a:rPr sz="2800" spc="4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los</a:t>
                      </a:r>
                      <a:r>
                        <a:rPr sz="2800" spc="4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periodos</a:t>
                      </a:r>
                      <a:r>
                        <a:rPr sz="2800" spc="4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críticos</a:t>
                      </a:r>
                      <a:r>
                        <a:rPr sz="2800" spc="4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de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inscripción</a:t>
                      </a:r>
                      <a:r>
                        <a:rPr sz="2800" spc="6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</a:t>
                      </a:r>
                      <a:r>
                        <a:rPr sz="2800" spc="6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cierre</a:t>
                      </a:r>
                      <a:r>
                        <a:rPr sz="2800" spc="6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2800" spc="6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lapsos</a:t>
                      </a:r>
                      <a:r>
                        <a:rPr sz="2800" spc="6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académicos,</a:t>
                      </a:r>
                      <a:r>
                        <a:rPr sz="2800" spc="6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operando</a:t>
                      </a:r>
                      <a:r>
                        <a:rPr sz="2800" spc="6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2800" spc="6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forma</a:t>
                      </a:r>
                      <a:r>
                        <a:rPr sz="2800" spc="6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optima</a:t>
                      </a:r>
                      <a:r>
                        <a:rPr sz="2800" spc="6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en</a:t>
                      </a:r>
                      <a:r>
                        <a:rPr sz="2800" spc="6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la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Intranet</a:t>
                      </a:r>
                      <a:r>
                        <a:rPr sz="280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institucional.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1800" y="6134139"/>
            <a:ext cx="3630014" cy="398990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CAPITULO</a:t>
            </a:r>
            <a:r>
              <a:rPr spc="-20" dirty="0"/>
              <a:t> </a:t>
            </a:r>
            <a:r>
              <a:rPr dirty="0"/>
              <a:t>IV.</a:t>
            </a:r>
            <a:r>
              <a:rPr spc="-20" dirty="0"/>
              <a:t> </a:t>
            </a:r>
            <a:r>
              <a:rPr dirty="0"/>
              <a:t>DESCRIPCIÓN</a:t>
            </a:r>
            <a:r>
              <a:rPr spc="-20" dirty="0"/>
              <a:t> </a:t>
            </a:r>
            <a:r>
              <a:rPr dirty="0"/>
              <a:t>DE</a:t>
            </a:r>
            <a:r>
              <a:rPr spc="-20" dirty="0"/>
              <a:t> </a:t>
            </a:r>
            <a:r>
              <a:rPr dirty="0"/>
              <a:t>LA</a:t>
            </a:r>
            <a:r>
              <a:rPr spc="-20" dirty="0"/>
              <a:t> </a:t>
            </a:r>
            <a:r>
              <a:rPr spc="-10" dirty="0"/>
              <a:t>PROPUESTA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17684" y="1898386"/>
            <a:ext cx="6244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latin typeface="Times New Roman"/>
                <a:cs typeface="Times New Roman"/>
              </a:rPr>
              <a:t>Requerimientos</a:t>
            </a:r>
            <a:r>
              <a:rPr sz="3600" b="1" spc="-75" dirty="0">
                <a:latin typeface="Times New Roman"/>
                <a:cs typeface="Times New Roman"/>
              </a:rPr>
              <a:t> </a:t>
            </a:r>
            <a:r>
              <a:rPr sz="3600" b="1" dirty="0">
                <a:latin typeface="Times New Roman"/>
                <a:cs typeface="Times New Roman"/>
              </a:rPr>
              <a:t>No</a:t>
            </a:r>
            <a:r>
              <a:rPr sz="3600" b="1" spc="-75" dirty="0">
                <a:latin typeface="Times New Roman"/>
                <a:cs typeface="Times New Roman"/>
              </a:rPr>
              <a:t> </a:t>
            </a:r>
            <a:r>
              <a:rPr sz="3600" b="1" spc="-10" dirty="0">
                <a:latin typeface="Times New Roman"/>
                <a:cs typeface="Times New Roman"/>
              </a:rPr>
              <a:t>Funcionales</a:t>
            </a:r>
            <a:endParaRPr sz="360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498392"/>
              </p:ext>
            </p:extLst>
          </p:nvPr>
        </p:nvGraphicFramePr>
        <p:xfrm>
          <a:off x="1021782" y="2869262"/>
          <a:ext cx="16389350" cy="42448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08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355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spc="-50" dirty="0">
                          <a:latin typeface="Times New Roman"/>
                          <a:cs typeface="Times New Roman"/>
                        </a:rPr>
                        <a:t>#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marL="22923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REQUERIMIENTO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DESCRIPCION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2463">
                <a:tc>
                  <a:txBody>
                    <a:bodyPr/>
                    <a:lstStyle/>
                    <a:p>
                      <a:pPr marL="361950" marR="107950" indent="-247015">
                        <a:lnSpc>
                          <a:spcPct val="100000"/>
                        </a:lnSpc>
                        <a:spcBef>
                          <a:spcPts val="2100"/>
                        </a:spcBef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RNF-</a:t>
                      </a: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05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266700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COMPATIBILIDAD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  <a:tabLst>
                          <a:tab pos="709930" algn="l"/>
                          <a:tab pos="2414270" algn="l"/>
                          <a:tab pos="3329304" algn="l"/>
                          <a:tab pos="3987165" algn="l"/>
                          <a:tab pos="5810250" algn="l"/>
                          <a:tab pos="6567170" algn="l"/>
                          <a:tab pos="7955915" algn="l"/>
                          <a:tab pos="8535035" algn="l"/>
                          <a:tab pos="10119995" algn="l"/>
                        </a:tabLst>
                      </a:pP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La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aplicación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debe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ser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compatible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con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motores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búsqueda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modernos,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90805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asegurando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su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funcionamiento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en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Google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Chrome,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Mozilla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Firefox.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881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65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361950" marR="107950" indent="-247015">
                        <a:lnSpc>
                          <a:spcPct val="100000"/>
                        </a:lnSpc>
                      </a:pPr>
                      <a:r>
                        <a:rPr sz="2800" b="1" dirty="0">
                          <a:latin typeface="Times New Roman"/>
                          <a:cs typeface="Times New Roman"/>
                        </a:rPr>
                        <a:t>RNF-</a:t>
                      </a:r>
                      <a:r>
                        <a:rPr sz="2800" b="1" spc="-25" dirty="0">
                          <a:latin typeface="Times New Roman"/>
                          <a:cs typeface="Times New Roman"/>
                        </a:rPr>
                        <a:t>06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18605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890"/>
                        </a:spcBef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  <a:p>
                      <a:pPr marL="22415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800" b="1" spc="-10" dirty="0">
                          <a:latin typeface="Times New Roman"/>
                          <a:cs typeface="Times New Roman"/>
                        </a:rPr>
                        <a:t>MANTENIBILIDAD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367030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2800" dirty="0">
                          <a:latin typeface="Times New Roman"/>
                          <a:cs typeface="Times New Roman"/>
                        </a:rPr>
                        <a:t>El  código  fuente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en  PHP  debe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estar  documentado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y  estructurado  de</a:t>
                      </a:r>
                      <a:r>
                        <a:rPr sz="2800" spc="5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forma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  <a:p>
                      <a:pPr marL="90805" marR="88900">
                        <a:lnSpc>
                          <a:spcPct val="150000"/>
                        </a:lnSpc>
                        <a:tabLst>
                          <a:tab pos="1593850" algn="l"/>
                          <a:tab pos="3343910" algn="l"/>
                          <a:tab pos="4560570" algn="l"/>
                          <a:tab pos="6961505" algn="l"/>
                          <a:tab pos="7369175" algn="l"/>
                          <a:tab pos="7855584" algn="l"/>
                          <a:tab pos="10059035" algn="l"/>
                          <a:tab pos="10624185" algn="l"/>
                        </a:tabLst>
                      </a:pP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modular,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facilitando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futuras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actualizaciones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50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la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 err="1">
                          <a:latin typeface="Times New Roman"/>
                          <a:cs typeface="Times New Roman"/>
                        </a:rPr>
                        <a:t>escalabilidad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25" dirty="0">
                          <a:latin typeface="Times New Roman"/>
                          <a:cs typeface="Times New Roman"/>
                        </a:rPr>
                        <a:t>de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nuevas </a:t>
                      </a:r>
                      <a:r>
                        <a:rPr sz="2800" dirty="0">
                          <a:latin typeface="Times New Roman"/>
                          <a:cs typeface="Times New Roman"/>
                        </a:rPr>
                        <a:t>unidades</a:t>
                      </a:r>
                      <a:r>
                        <a:rPr sz="28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-10" dirty="0">
                          <a:latin typeface="Times New Roman"/>
                          <a:cs typeface="Times New Roman"/>
                        </a:rPr>
                        <a:t>curriculares.</a:t>
                      </a:r>
                      <a:endParaRPr sz="2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12700">
                      <a:solidFill>
                        <a:srgbClr val="4E80BD"/>
                      </a:solidFill>
                      <a:prstDash val="solid"/>
                    </a:lnL>
                    <a:lnR w="12700">
                      <a:solidFill>
                        <a:srgbClr val="4E80BD"/>
                      </a:solidFill>
                      <a:prstDash val="solid"/>
                    </a:lnR>
                    <a:lnT w="12700">
                      <a:solidFill>
                        <a:srgbClr val="4E80BD"/>
                      </a:solidFill>
                      <a:prstDash val="solid"/>
                    </a:lnT>
                    <a:lnB w="12700">
                      <a:solidFill>
                        <a:srgbClr val="4E80BD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945" y="652405"/>
            <a:ext cx="16423607" cy="9626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01801" y="6134139"/>
            <a:ext cx="3630014" cy="398990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469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CONCLUSIONES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73762" y="1772286"/>
            <a:ext cx="10211435" cy="7425055"/>
          </a:xfrm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537845" indent="-481330">
              <a:lnSpc>
                <a:spcPct val="100000"/>
              </a:lnSpc>
              <a:spcBef>
                <a:spcPts val="2260"/>
              </a:spcBef>
              <a:buFont typeface="Wingdings"/>
              <a:buChar char=""/>
              <a:tabLst>
                <a:tab pos="537845" algn="l"/>
              </a:tabLst>
            </a:pPr>
            <a:r>
              <a:rPr lang="es-VE" sz="3600" b="1" dirty="0">
                <a:solidFill>
                  <a:srgbClr val="0E172A"/>
                </a:solidFill>
                <a:latin typeface="Times New Roman"/>
                <a:cs typeface="Times New Roman"/>
              </a:rPr>
              <a:t>Compromiso</a:t>
            </a:r>
            <a:r>
              <a:rPr lang="es-VE" sz="3600" b="1" spc="-20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s-VE" sz="3600" b="1" spc="-10" dirty="0">
                <a:solidFill>
                  <a:srgbClr val="0E172A"/>
                </a:solidFill>
                <a:latin typeface="Times New Roman"/>
                <a:cs typeface="Times New Roman"/>
              </a:rPr>
              <a:t>Institucional</a:t>
            </a:r>
            <a:endParaRPr lang="es-VE" sz="3600" dirty="0">
              <a:latin typeface="Times New Roman"/>
              <a:cs typeface="Times New Roman"/>
            </a:endParaRPr>
          </a:p>
          <a:p>
            <a:pPr marL="56515" marR="6985">
              <a:lnSpc>
                <a:spcPct val="150000"/>
              </a:lnSpc>
              <a:tabLst>
                <a:tab pos="2307590" algn="l"/>
                <a:tab pos="3315970" algn="l"/>
                <a:tab pos="5491480" algn="l"/>
                <a:tab pos="6448425" algn="l"/>
                <a:tab pos="8267700" algn="l"/>
              </a:tabLst>
            </a:pPr>
            <a:r>
              <a:rPr sz="3600" spc="-10" dirty="0" err="1">
                <a:solidFill>
                  <a:srgbClr val="334054"/>
                </a:solidFill>
                <a:latin typeface="Times New Roman"/>
                <a:cs typeface="Times New Roman"/>
              </a:rPr>
              <a:t>Reafirmo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lang="es-VE" sz="3600" spc="-25" dirty="0">
                <a:solidFill>
                  <a:srgbClr val="334054"/>
                </a:solidFill>
                <a:latin typeface="Times New Roman"/>
                <a:cs typeface="Times New Roman"/>
              </a:rPr>
              <a:t>mi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3600" spc="-10" dirty="0">
                <a:solidFill>
                  <a:srgbClr val="334054"/>
                </a:solidFill>
                <a:latin typeface="Times New Roman"/>
                <a:cs typeface="Times New Roman"/>
              </a:rPr>
              <a:t>vocación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3600" spc="-25" dirty="0">
                <a:solidFill>
                  <a:srgbClr val="334054"/>
                </a:solidFill>
                <a:latin typeface="Times New Roman"/>
                <a:cs typeface="Times New Roman"/>
              </a:rPr>
              <a:t>de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3600" spc="-10" dirty="0">
                <a:solidFill>
                  <a:srgbClr val="334054"/>
                </a:solidFill>
                <a:latin typeface="Times New Roman"/>
                <a:cs typeface="Times New Roman"/>
              </a:rPr>
              <a:t>aportar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	</a:t>
            </a:r>
            <a:r>
              <a:rPr sz="3600" spc="-10" dirty="0">
                <a:solidFill>
                  <a:srgbClr val="334054"/>
                </a:solidFill>
                <a:latin typeface="Times New Roman"/>
                <a:cs typeface="Times New Roman"/>
              </a:rPr>
              <a:t>soluciones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tecnológicas</a:t>
            </a:r>
            <a:r>
              <a:rPr sz="3600" spc="-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 err="1">
                <a:solidFill>
                  <a:srgbClr val="334054"/>
                </a:solidFill>
                <a:latin typeface="Times New Roman"/>
                <a:cs typeface="Times New Roman"/>
              </a:rPr>
              <a:t>útiles</a:t>
            </a:r>
            <a:r>
              <a:rPr sz="3600" spc="-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lang="es-VE" sz="3600" dirty="0">
                <a:solidFill>
                  <a:srgbClr val="334054"/>
                </a:solidFill>
                <a:latin typeface="Times New Roman"/>
                <a:cs typeface="Times New Roman"/>
              </a:rPr>
              <a:t>y</a:t>
            </a:r>
            <a:r>
              <a:rPr lang="es-VE" sz="3600" spc="-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lang="es-VE" sz="3600" spc="-10" dirty="0">
                <a:solidFill>
                  <a:srgbClr val="334054"/>
                </a:solidFill>
                <a:latin typeface="Times New Roman"/>
                <a:cs typeface="Times New Roman"/>
              </a:rPr>
              <a:t>eficientes.</a:t>
            </a:r>
            <a:endParaRPr lang="es-VE" sz="3600" dirty="0">
              <a:latin typeface="Times New Roman"/>
              <a:cs typeface="Times New Roman"/>
            </a:endParaRPr>
          </a:p>
          <a:p>
            <a:pPr marL="540385" indent="-481330">
              <a:lnSpc>
                <a:spcPct val="100000"/>
              </a:lnSpc>
              <a:spcBef>
                <a:spcPts val="1689"/>
              </a:spcBef>
              <a:buFont typeface="Wingdings"/>
              <a:buChar char=""/>
              <a:tabLst>
                <a:tab pos="540385" algn="l"/>
              </a:tabLst>
            </a:pPr>
            <a:r>
              <a:rPr lang="es-VE" sz="3600" b="1" dirty="0">
                <a:solidFill>
                  <a:srgbClr val="0E172A"/>
                </a:solidFill>
                <a:latin typeface="Times New Roman"/>
                <a:cs typeface="Times New Roman"/>
              </a:rPr>
              <a:t>Impacto</a:t>
            </a:r>
            <a:r>
              <a:rPr lang="es-VE" sz="3600" b="1" spc="-5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lang="es-VE" sz="3600" b="1" spc="-20" dirty="0">
                <a:solidFill>
                  <a:srgbClr val="0E172A"/>
                </a:solidFill>
                <a:latin typeface="Times New Roman"/>
                <a:cs typeface="Times New Roman"/>
              </a:rPr>
              <a:t>Real</a:t>
            </a:r>
            <a:endParaRPr lang="es-VE" sz="3600" dirty="0">
              <a:latin typeface="Times New Roman"/>
              <a:cs typeface="Times New Roman"/>
            </a:endParaRPr>
          </a:p>
          <a:p>
            <a:pPr marL="59055" marR="6985">
              <a:lnSpc>
                <a:spcPct val="150000"/>
              </a:lnSpc>
            </a:pPr>
            <a:r>
              <a:rPr sz="3600" dirty="0" err="1">
                <a:solidFill>
                  <a:srgbClr val="334054"/>
                </a:solidFill>
                <a:latin typeface="Times New Roman"/>
                <a:cs typeface="Times New Roman"/>
              </a:rPr>
              <a:t>Desarrollé</a:t>
            </a:r>
            <a:r>
              <a:rPr sz="3600" spc="83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una</a:t>
            </a:r>
            <a:r>
              <a:rPr sz="3600" spc="844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herramienta</a:t>
            </a:r>
            <a:r>
              <a:rPr sz="3600" spc="844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que</a:t>
            </a:r>
            <a:r>
              <a:rPr sz="3600" spc="844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dignifica</a:t>
            </a:r>
            <a:r>
              <a:rPr sz="3600" spc="844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el</a:t>
            </a:r>
            <a:r>
              <a:rPr sz="3600" spc="8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334054"/>
                </a:solidFill>
                <a:latin typeface="Times New Roman"/>
                <a:cs typeface="Times New Roman"/>
              </a:rPr>
              <a:t>trabajo,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protege</a:t>
            </a:r>
            <a:r>
              <a:rPr sz="3600" spc="-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la</a:t>
            </a:r>
            <a:r>
              <a:rPr sz="3600" spc="-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información</a:t>
            </a:r>
            <a:r>
              <a:rPr sz="3600" spc="-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y</a:t>
            </a:r>
            <a:r>
              <a:rPr sz="3600" spc="-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agiliza</a:t>
            </a:r>
            <a:r>
              <a:rPr sz="3600" spc="-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los</a:t>
            </a:r>
            <a:r>
              <a:rPr sz="3600" spc="-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334054"/>
                </a:solidFill>
                <a:latin typeface="Times New Roman"/>
                <a:cs typeface="Times New Roman"/>
              </a:rPr>
              <a:t>procesos.</a:t>
            </a:r>
            <a:endParaRPr sz="3600" dirty="0">
              <a:latin typeface="Times New Roman"/>
              <a:cs typeface="Times New Roman"/>
            </a:endParaRPr>
          </a:p>
          <a:p>
            <a:pPr marL="494030" indent="-481330">
              <a:lnSpc>
                <a:spcPct val="100000"/>
              </a:lnSpc>
              <a:spcBef>
                <a:spcPts val="2570"/>
              </a:spcBef>
              <a:buFont typeface="Wingdings"/>
              <a:buChar char=""/>
              <a:tabLst>
                <a:tab pos="494030" algn="l"/>
              </a:tabLst>
            </a:pPr>
            <a:r>
              <a:rPr sz="3600" b="1" dirty="0">
                <a:solidFill>
                  <a:srgbClr val="0E172A"/>
                </a:solidFill>
                <a:latin typeface="Times New Roman"/>
                <a:cs typeface="Times New Roman"/>
              </a:rPr>
              <a:t>Meta</a:t>
            </a:r>
            <a:r>
              <a:rPr sz="3600" b="1" spc="-80" dirty="0">
                <a:solidFill>
                  <a:srgbClr val="0E172A"/>
                </a:solid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0E172A"/>
                </a:solidFill>
                <a:latin typeface="Times New Roman"/>
                <a:cs typeface="Times New Roman"/>
              </a:rPr>
              <a:t>Alcanzada</a:t>
            </a:r>
            <a:endParaRPr sz="3600" dirty="0">
              <a:latin typeface="Times New Roman"/>
              <a:cs typeface="Times New Roman"/>
            </a:endParaRPr>
          </a:p>
          <a:p>
            <a:pPr marL="12700" marR="5080">
              <a:lnSpc>
                <a:spcPct val="150000"/>
              </a:lnSpc>
            </a:pP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Logré</a:t>
            </a:r>
            <a:r>
              <a:rPr sz="3600" spc="5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materializar</a:t>
            </a:r>
            <a:r>
              <a:rPr sz="3600" spc="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mis</a:t>
            </a:r>
            <a:r>
              <a:rPr sz="3600" spc="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conocimientos</a:t>
            </a:r>
            <a:r>
              <a:rPr sz="3600" spc="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universitarios</a:t>
            </a:r>
            <a:r>
              <a:rPr sz="3600" spc="6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spc="-25" dirty="0">
                <a:solidFill>
                  <a:srgbClr val="334054"/>
                </a:solidFill>
                <a:latin typeface="Times New Roman"/>
                <a:cs typeface="Times New Roman"/>
              </a:rPr>
              <a:t>en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una</a:t>
            </a:r>
            <a:r>
              <a:rPr sz="3600" spc="-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solución</a:t>
            </a:r>
            <a:r>
              <a:rPr sz="3600" spc="-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tangible</a:t>
            </a:r>
            <a:r>
              <a:rPr sz="3600" spc="-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para</a:t>
            </a:r>
            <a:r>
              <a:rPr sz="3600" spc="-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mi</a:t>
            </a:r>
            <a:r>
              <a:rPr sz="3600" spc="-45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casa</a:t>
            </a:r>
            <a:r>
              <a:rPr sz="3600" spc="-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dirty="0">
                <a:solidFill>
                  <a:srgbClr val="334054"/>
                </a:solidFill>
                <a:latin typeface="Times New Roman"/>
                <a:cs typeface="Times New Roman"/>
              </a:rPr>
              <a:t>de</a:t>
            </a:r>
            <a:r>
              <a:rPr sz="3600" spc="-50" dirty="0">
                <a:solidFill>
                  <a:srgbClr val="334054"/>
                </a:solidFill>
                <a:latin typeface="Times New Roman"/>
                <a:cs typeface="Times New Roman"/>
              </a:rPr>
              <a:t> </a:t>
            </a:r>
            <a:r>
              <a:rPr sz="3600" spc="-10" dirty="0">
                <a:solidFill>
                  <a:srgbClr val="334054"/>
                </a:solidFill>
                <a:latin typeface="Times New Roman"/>
                <a:cs typeface="Times New Roman"/>
              </a:rPr>
              <a:t>estudios.</a:t>
            </a:r>
            <a:endParaRPr sz="36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633252" y="2025350"/>
            <a:ext cx="5829300" cy="39533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8945" y="652405"/>
            <a:ext cx="16423607" cy="9626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01801" y="6134139"/>
            <a:ext cx="3630014" cy="398990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319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RECOMENDACIONES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17684" y="1878470"/>
            <a:ext cx="16137255" cy="61837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3395" marR="561975" indent="-481330">
              <a:lnSpc>
                <a:spcPct val="100000"/>
              </a:lnSpc>
              <a:spcBef>
                <a:spcPts val="100"/>
              </a:spcBef>
              <a:buFont typeface="Wingdings"/>
              <a:buChar char=""/>
              <a:tabLst>
                <a:tab pos="494665" algn="l"/>
              </a:tabLst>
            </a:pPr>
            <a:r>
              <a:rPr sz="3600" dirty="0">
                <a:latin typeface="Times New Roman"/>
                <a:cs typeface="Times New Roman"/>
              </a:rPr>
              <a:t>Implementar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talleres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inducción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para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el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personal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Control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Estudios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sobre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el 	</a:t>
            </a:r>
            <a:r>
              <a:rPr sz="3600" dirty="0">
                <a:latin typeface="Times New Roman"/>
                <a:cs typeface="Times New Roman"/>
              </a:rPr>
              <a:t>uso</a:t>
            </a:r>
            <a:r>
              <a:rPr sz="3600" spc="-5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correcto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la</a:t>
            </a:r>
            <a:r>
              <a:rPr sz="3600" spc="-4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interfaz.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Font typeface="Wingdings"/>
              <a:buChar char=""/>
            </a:pPr>
            <a:endParaRPr sz="3600" dirty="0">
              <a:latin typeface="Times New Roman"/>
              <a:cs typeface="Times New Roman"/>
            </a:endParaRPr>
          </a:p>
          <a:p>
            <a:pPr marL="493395" marR="396240" indent="-481330">
              <a:lnSpc>
                <a:spcPct val="100000"/>
              </a:lnSpc>
              <a:buFont typeface="Wingdings"/>
              <a:buChar char=""/>
              <a:tabLst>
                <a:tab pos="494665" algn="l"/>
              </a:tabLst>
            </a:pPr>
            <a:r>
              <a:rPr sz="3600" dirty="0">
                <a:latin typeface="Times New Roman"/>
                <a:cs typeface="Times New Roman"/>
              </a:rPr>
              <a:t>Establecer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un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protocolo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administrativo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obligatorio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al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inicio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 err="1">
                <a:latin typeface="Times New Roman"/>
                <a:cs typeface="Times New Roman"/>
              </a:rPr>
              <a:t>cada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lang="es-ES" sz="3600" spc="-60" dirty="0">
                <a:latin typeface="Times New Roman"/>
                <a:cs typeface="Times New Roman"/>
              </a:rPr>
              <a:t>año </a:t>
            </a:r>
            <a:r>
              <a:rPr lang="es-ES" sz="3600" spc="-60" dirty="0" err="1">
                <a:latin typeface="Times New Roman"/>
                <a:cs typeface="Times New Roman"/>
              </a:rPr>
              <a:t>academico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para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25" dirty="0">
                <a:latin typeface="Times New Roman"/>
                <a:cs typeface="Times New Roman"/>
              </a:rPr>
              <a:t>la 	</a:t>
            </a:r>
            <a:r>
              <a:rPr sz="3600" dirty="0">
                <a:latin typeface="Times New Roman"/>
                <a:cs typeface="Times New Roman"/>
              </a:rPr>
              <a:t>actualización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del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estatus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académico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del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estudiante,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garantizando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estadísticas 	confiables.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Font typeface="Wingdings"/>
              <a:buChar char=""/>
            </a:pPr>
            <a:endParaRPr sz="3600" dirty="0">
              <a:latin typeface="Times New Roman"/>
              <a:cs typeface="Times New Roman"/>
            </a:endParaRPr>
          </a:p>
          <a:p>
            <a:pPr marL="493395" marR="5080" indent="-481330">
              <a:lnSpc>
                <a:spcPct val="100000"/>
              </a:lnSpc>
              <a:buFont typeface="Wingdings"/>
              <a:buChar char=""/>
              <a:tabLst>
                <a:tab pos="494665" algn="l"/>
              </a:tabLst>
            </a:pPr>
            <a:r>
              <a:rPr sz="3600" dirty="0">
                <a:latin typeface="Times New Roman"/>
                <a:cs typeface="Times New Roman"/>
              </a:rPr>
              <a:t>Diseñar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una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política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copias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seguridad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automatizadas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para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la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base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datos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(.sql) 	</a:t>
            </a:r>
            <a:r>
              <a:rPr sz="3600" dirty="0">
                <a:latin typeface="Times New Roman"/>
                <a:cs typeface="Times New Roman"/>
              </a:rPr>
              <a:t>y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reportes,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programada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idealmente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al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cierre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 err="1">
                <a:latin typeface="Times New Roman"/>
                <a:cs typeface="Times New Roman"/>
              </a:rPr>
              <a:t>cada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lang="es-ES" sz="3600" spc="-70" dirty="0">
                <a:latin typeface="Times New Roman"/>
                <a:cs typeface="Times New Roman"/>
              </a:rPr>
              <a:t>materia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o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proceso</a:t>
            </a:r>
            <a:r>
              <a:rPr sz="3600" spc="-6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de</a:t>
            </a:r>
            <a:r>
              <a:rPr sz="3600" spc="-7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carga 	masiva.</a:t>
            </a:r>
            <a:endParaRPr sz="3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0"/>
              </a:spcBef>
              <a:buFont typeface="Wingdings"/>
              <a:buChar char=""/>
            </a:pPr>
            <a:endParaRPr sz="3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267324" y="1649834"/>
            <a:ext cx="15817215" cy="8129341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R="2600960" algn="ctr">
              <a:lnSpc>
                <a:spcPct val="100000"/>
              </a:lnSpc>
              <a:spcBef>
                <a:spcPts val="620"/>
              </a:spcBef>
            </a:pPr>
            <a:r>
              <a:rPr sz="2600" b="1" spc="135" dirty="0">
                <a:latin typeface="Arial"/>
                <a:cs typeface="Arial"/>
              </a:rPr>
              <a:t>REPÚBLICA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40" dirty="0">
                <a:latin typeface="Arial"/>
                <a:cs typeface="Arial"/>
              </a:rPr>
              <a:t>BOLIVARIANA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70" dirty="0">
                <a:latin typeface="Arial"/>
                <a:cs typeface="Arial"/>
              </a:rPr>
              <a:t>DE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20" dirty="0">
                <a:latin typeface="Arial"/>
                <a:cs typeface="Arial"/>
              </a:rPr>
              <a:t>VENEZUELA</a:t>
            </a:r>
            <a:endParaRPr sz="2600" dirty="0">
              <a:latin typeface="Arial"/>
              <a:cs typeface="Arial"/>
            </a:endParaRPr>
          </a:p>
          <a:p>
            <a:pPr marL="12700" marR="2613660" algn="ctr">
              <a:lnSpc>
                <a:spcPct val="116599"/>
              </a:lnSpc>
            </a:pPr>
            <a:r>
              <a:rPr sz="2600" b="1" spc="135" dirty="0">
                <a:latin typeface="Arial"/>
                <a:cs typeface="Arial"/>
              </a:rPr>
              <a:t>MINISTERIO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00" dirty="0">
                <a:latin typeface="Arial"/>
                <a:cs typeface="Arial"/>
              </a:rPr>
              <a:t>DEL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14" dirty="0">
                <a:latin typeface="Arial"/>
                <a:cs typeface="Arial"/>
              </a:rPr>
              <a:t>PODER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25" dirty="0">
                <a:latin typeface="Arial"/>
                <a:cs typeface="Arial"/>
              </a:rPr>
              <a:t>POPULAR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14" dirty="0">
                <a:latin typeface="Arial"/>
                <a:cs typeface="Arial"/>
              </a:rPr>
              <a:t>PARA</a:t>
            </a:r>
            <a:r>
              <a:rPr sz="2600" b="1" spc="340" dirty="0">
                <a:latin typeface="Arial"/>
                <a:cs typeface="Arial"/>
              </a:rPr>
              <a:t> </a:t>
            </a:r>
            <a:r>
              <a:rPr sz="2600" b="1" spc="80" dirty="0">
                <a:latin typeface="Arial"/>
                <a:cs typeface="Arial"/>
              </a:rPr>
              <a:t>LA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35" dirty="0">
                <a:latin typeface="Arial"/>
                <a:cs typeface="Arial"/>
              </a:rPr>
              <a:t>EDUCACIÓN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30" dirty="0">
                <a:latin typeface="Arial"/>
                <a:cs typeface="Arial"/>
              </a:rPr>
              <a:t>UNIVERSITARIA </a:t>
            </a:r>
            <a:r>
              <a:rPr sz="2600" b="1" spc="135" dirty="0">
                <a:latin typeface="Arial"/>
                <a:cs typeface="Arial"/>
              </a:rPr>
              <a:t>UNIVERSIDAD</a:t>
            </a:r>
            <a:r>
              <a:rPr sz="2600" b="1" spc="350" dirty="0">
                <a:latin typeface="Arial"/>
                <a:cs typeface="Arial"/>
              </a:rPr>
              <a:t> </a:t>
            </a:r>
            <a:r>
              <a:rPr sz="2600" b="1" spc="135" dirty="0">
                <a:latin typeface="Arial"/>
                <a:cs typeface="Arial"/>
              </a:rPr>
              <a:t>POLITÉCNICA</a:t>
            </a:r>
            <a:r>
              <a:rPr sz="2600" b="1" spc="350" dirty="0">
                <a:latin typeface="Arial"/>
                <a:cs typeface="Arial"/>
              </a:rPr>
              <a:t> </a:t>
            </a:r>
            <a:r>
              <a:rPr sz="2600" b="1" spc="140" dirty="0">
                <a:latin typeface="Arial"/>
                <a:cs typeface="Arial"/>
              </a:rPr>
              <a:t>TERRITORIAL</a:t>
            </a:r>
            <a:r>
              <a:rPr sz="2600" b="1" spc="350" dirty="0">
                <a:latin typeface="Arial"/>
                <a:cs typeface="Arial"/>
              </a:rPr>
              <a:t> </a:t>
            </a:r>
            <a:r>
              <a:rPr sz="2600" b="1" spc="100" dirty="0">
                <a:latin typeface="Arial"/>
                <a:cs typeface="Arial"/>
              </a:rPr>
              <a:t>DEL</a:t>
            </a:r>
            <a:r>
              <a:rPr sz="2600" b="1" spc="350" dirty="0">
                <a:latin typeface="Arial"/>
                <a:cs typeface="Arial"/>
              </a:rPr>
              <a:t> </a:t>
            </a:r>
            <a:r>
              <a:rPr sz="2600" b="1" spc="120" dirty="0">
                <a:latin typeface="Arial"/>
                <a:cs typeface="Arial"/>
              </a:rPr>
              <a:t>ESTADO</a:t>
            </a:r>
            <a:r>
              <a:rPr sz="2600" b="1" spc="350" dirty="0">
                <a:latin typeface="Arial"/>
                <a:cs typeface="Arial"/>
              </a:rPr>
              <a:t> </a:t>
            </a:r>
            <a:r>
              <a:rPr sz="2600" b="1" spc="120" dirty="0">
                <a:latin typeface="Arial"/>
                <a:cs typeface="Arial"/>
              </a:rPr>
              <a:t>BOLÍVAR </a:t>
            </a:r>
            <a:r>
              <a:rPr sz="2600" b="1" spc="130" dirty="0">
                <a:latin typeface="Arial"/>
                <a:cs typeface="Arial"/>
              </a:rPr>
              <a:t>PROGRAMA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35" dirty="0">
                <a:latin typeface="Arial"/>
                <a:cs typeface="Arial"/>
              </a:rPr>
              <a:t>NACIONAL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70" dirty="0">
                <a:latin typeface="Arial"/>
                <a:cs typeface="Arial"/>
              </a:rPr>
              <a:t>DE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35" dirty="0">
                <a:latin typeface="Arial"/>
                <a:cs typeface="Arial"/>
              </a:rPr>
              <a:t>FORMACIÓN</a:t>
            </a:r>
            <a:r>
              <a:rPr sz="2600" b="1" spc="340" dirty="0">
                <a:latin typeface="Arial"/>
                <a:cs typeface="Arial"/>
              </a:rPr>
              <a:t> </a:t>
            </a:r>
            <a:r>
              <a:rPr sz="2600" b="1" spc="70" dirty="0">
                <a:latin typeface="Arial"/>
                <a:cs typeface="Arial"/>
              </a:rPr>
              <a:t>EN</a:t>
            </a:r>
            <a:r>
              <a:rPr sz="2600" b="1" spc="335" dirty="0">
                <a:latin typeface="Arial"/>
                <a:cs typeface="Arial"/>
              </a:rPr>
              <a:t> </a:t>
            </a:r>
            <a:r>
              <a:rPr sz="2600" b="1" spc="130" dirty="0">
                <a:latin typeface="Arial"/>
                <a:cs typeface="Arial"/>
              </a:rPr>
              <a:t>INFORMÁTICA</a:t>
            </a:r>
            <a:endParaRPr sz="2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6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lang="es-ES" sz="2600" dirty="0">
              <a:latin typeface="Arial"/>
              <a:cs typeface="Arial"/>
            </a:endParaRPr>
          </a:p>
          <a:p>
            <a:pPr marL="1246505" marR="3806825" algn="just"/>
            <a:r>
              <a:rPr lang="es-ES" sz="3600" b="1" dirty="0">
                <a:solidFill>
                  <a:srgbClr val="0070C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DESARROLLO DE UNA APLICACIÓN WEB PARA EL REGISTRO DE ESTUDIANTES Y CONTROL DE NOTAS  DEL INSTITUTO BIBLICO BAUTISTA DEL SUR, UBICADO EN LA PARROQUIA LA SABANITA ,CIUDAD BOLIVAR – ESTADO BOLIVAR</a:t>
            </a:r>
            <a:endParaRPr lang="es-ES" sz="3600" dirty="0">
              <a:solidFill>
                <a:srgbClr val="0070C0"/>
              </a:solidFill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1246505" marR="3806825" algn="just">
              <a:lnSpc>
                <a:spcPct val="100000"/>
              </a:lnSpc>
            </a:pPr>
            <a:r>
              <a:rPr sz="3400" dirty="0">
                <a:latin typeface="Arial MT"/>
                <a:cs typeface="Arial MT"/>
              </a:rPr>
              <a:t>AUTOR</a:t>
            </a:r>
            <a:r>
              <a:rPr sz="3400" spc="-40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(ES):</a:t>
            </a:r>
            <a:r>
              <a:rPr sz="3400" spc="-40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TSU.</a:t>
            </a:r>
            <a:r>
              <a:rPr lang="es-ES" sz="3400" dirty="0">
                <a:latin typeface="Arial MT"/>
                <a:cs typeface="Arial MT"/>
              </a:rPr>
              <a:t>ENMANUEL RODRIGUEZ</a:t>
            </a:r>
            <a:endParaRPr sz="3400" dirty="0">
              <a:latin typeface="Arial MT"/>
              <a:cs typeface="Arial MT"/>
            </a:endParaRPr>
          </a:p>
          <a:p>
            <a:pPr marL="4867910">
              <a:lnSpc>
                <a:spcPct val="100000"/>
              </a:lnSpc>
              <a:spcBef>
                <a:spcPts val="680"/>
              </a:spcBef>
            </a:pPr>
            <a:r>
              <a:rPr sz="3400" dirty="0">
                <a:latin typeface="Arial MT"/>
                <a:cs typeface="Arial MT"/>
              </a:rPr>
              <a:t>TUTOR</a:t>
            </a:r>
            <a:r>
              <a:rPr sz="3400" spc="-50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RESPONSABLE:</a:t>
            </a:r>
            <a:r>
              <a:rPr sz="3400" spc="-50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LCDA.DIOSKARY</a:t>
            </a:r>
            <a:r>
              <a:rPr sz="3400" spc="-45" dirty="0">
                <a:latin typeface="Arial MT"/>
                <a:cs typeface="Arial MT"/>
              </a:rPr>
              <a:t> </a:t>
            </a:r>
            <a:r>
              <a:rPr sz="3400" spc="-10" dirty="0">
                <a:latin typeface="Arial MT"/>
                <a:cs typeface="Arial MT"/>
              </a:rPr>
              <a:t>MONRROY</a:t>
            </a:r>
            <a:endParaRPr sz="3400" dirty="0">
              <a:latin typeface="Arial MT"/>
              <a:cs typeface="Arial MT"/>
            </a:endParaRPr>
          </a:p>
          <a:p>
            <a:pPr marL="3517900">
              <a:lnSpc>
                <a:spcPct val="100000"/>
              </a:lnSpc>
              <a:spcBef>
                <a:spcPts val="3400"/>
              </a:spcBef>
            </a:pPr>
            <a:r>
              <a:rPr sz="3400" dirty="0">
                <a:latin typeface="Arial MT"/>
                <a:cs typeface="Arial MT"/>
              </a:rPr>
              <a:t>CIUDAD</a:t>
            </a:r>
            <a:r>
              <a:rPr sz="3400" spc="-45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BOLÌVAR,</a:t>
            </a:r>
            <a:r>
              <a:rPr sz="3400" spc="-40" dirty="0">
                <a:latin typeface="Arial MT"/>
                <a:cs typeface="Arial MT"/>
              </a:rPr>
              <a:t> </a:t>
            </a:r>
            <a:r>
              <a:rPr sz="3400" dirty="0">
                <a:latin typeface="Arial MT"/>
                <a:cs typeface="Arial MT"/>
              </a:rPr>
              <a:t>JULIO</a:t>
            </a:r>
            <a:r>
              <a:rPr sz="3400" spc="-40" dirty="0">
                <a:latin typeface="Arial MT"/>
                <a:cs typeface="Arial MT"/>
              </a:rPr>
              <a:t> </a:t>
            </a:r>
            <a:r>
              <a:rPr sz="3400" spc="-20" dirty="0">
                <a:latin typeface="Arial MT"/>
                <a:cs typeface="Arial MT"/>
              </a:rPr>
              <a:t>2026</a:t>
            </a:r>
            <a:endParaRPr sz="34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2483606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727</TotalTime>
  <Words>958</Words>
  <Application>Microsoft Office PowerPoint</Application>
  <PresentationFormat>Personalizado</PresentationFormat>
  <Paragraphs>155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20" baseType="lpstr">
      <vt:lpstr>Arial</vt:lpstr>
      <vt:lpstr>Arial MT</vt:lpstr>
      <vt:lpstr>Calibri</vt:lpstr>
      <vt:lpstr>Segoe UI Historic</vt:lpstr>
      <vt:lpstr>Times New Roman</vt:lpstr>
      <vt:lpstr>Wingdings</vt:lpstr>
      <vt:lpstr>Office Theme</vt:lpstr>
      <vt:lpstr>Presentación de PowerPoint</vt:lpstr>
      <vt:lpstr>CAPITULO I. EL PROBLEMA</vt:lpstr>
      <vt:lpstr>CAPITULO I. EL PROBLEMA</vt:lpstr>
      <vt:lpstr>CAPITULO I. EL PROBLEMA</vt:lpstr>
      <vt:lpstr>CAPITULO I. EL PROBLEMA</vt:lpstr>
      <vt:lpstr>CAPITULO IV. DESCRIPCIÓN DE LA PROPUESTA</vt:lpstr>
      <vt:lpstr>CAPITULO IV. DESCRIPCIÓN DE LA PROPUESTA</vt:lpstr>
      <vt:lpstr>CAPITULO IV. DESCRIPCIÓN DE LA PROPUESTA</vt:lpstr>
      <vt:lpstr>CAPITULO IV. DESCRIPCIÓN DE LA PROPUESTA</vt:lpstr>
      <vt:lpstr>CAPITULO IV. DESCRIPCIÓN DE LA PROPUESTA</vt:lpstr>
      <vt:lpstr>CONCLUSIONES</vt:lpstr>
      <vt:lpstr>RECOMENDACIONES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Diapositivas Inteligencia Artificial IA Tecnológico Profesional Azul</dc:title>
  <dc:creator>ROUSE</dc:creator>
  <cp:lastModifiedBy>enmanuelrodriguez675@gmail.com</cp:lastModifiedBy>
  <cp:revision>14</cp:revision>
  <dcterms:created xsi:type="dcterms:W3CDTF">2026-07-20T13:40:50Z</dcterms:created>
  <dcterms:modified xsi:type="dcterms:W3CDTF">2026-07-21T01:48:31Z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2026-07-14T00:00:00Z</vt:filetime>
  </property>
  <property fmtid="{D5CDD505-2E9C-101B-9397-08002B2CF9AE}" pid="4" name="Creator">
    <vt:lpwstr>ONLYOFFICE/9.4.0.129</vt:lpwstr>
  </property>
  <property fmtid="{D5CDD505-2E9C-101B-9397-08002B2CF9AE}" pid="5" name="LastSaved">
    <vt:filetime>2026-07-20T00:00:00Z</vt:filetime>
  </property>
  <property fmtid="{D5CDD505-2E9C-101B-9397-08002B2CF9AE}" pid="6" name="Producer">
    <vt:lpwstr>ONLYOFFICE/9.4.0.129</vt:lpwstr>
  </property>
</Properties>
</file>